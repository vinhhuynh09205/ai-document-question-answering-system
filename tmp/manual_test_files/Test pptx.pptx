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1206" r:id="rId4"/>
    <p:sldId id="649" r:id="rId5"/>
    <p:sldId id="406" r:id="rId6"/>
    <p:sldId id="407" r:id="rId7"/>
    <p:sldId id="651" r:id="rId8"/>
    <p:sldId id="650" r:id="rId9"/>
    <p:sldId id="1210" r:id="rId10"/>
    <p:sldId id="665" r:id="rId11"/>
    <p:sldId id="666" r:id="rId12"/>
    <p:sldId id="667" r:id="rId13"/>
    <p:sldId id="456" r:id="rId14"/>
    <p:sldId id="668" r:id="rId15"/>
    <p:sldId id="259" r:id="rId16"/>
    <p:sldId id="838" r:id="rId17"/>
    <p:sldId id="260" r:id="rId18"/>
    <p:sldId id="261" r:id="rId19"/>
    <p:sldId id="262" r:id="rId20"/>
    <p:sldId id="669" r:id="rId21"/>
    <p:sldId id="670" r:id="rId22"/>
    <p:sldId id="457" r:id="rId23"/>
    <p:sldId id="409" r:id="rId24"/>
    <p:sldId id="671" r:id="rId25"/>
    <p:sldId id="411" r:id="rId26"/>
    <p:sldId id="672" r:id="rId27"/>
    <p:sldId id="673" r:id="rId28"/>
    <p:sldId id="674" r:id="rId29"/>
    <p:sldId id="675" r:id="rId30"/>
    <p:sldId id="676" r:id="rId31"/>
    <p:sldId id="677" r:id="rId32"/>
    <p:sldId id="678" r:id="rId33"/>
    <p:sldId id="679" r:id="rId34"/>
    <p:sldId id="680" r:id="rId35"/>
    <p:sldId id="681" r:id="rId36"/>
    <p:sldId id="683" r:id="rId37"/>
    <p:sldId id="840" r:id="rId38"/>
    <p:sldId id="684" r:id="rId39"/>
    <p:sldId id="842" r:id="rId40"/>
    <p:sldId id="843" r:id="rId41"/>
    <p:sldId id="841" r:id="rId42"/>
    <p:sldId id="686" r:id="rId43"/>
    <p:sldId id="687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FF0000"/>
    <a:srgbClr val="006600"/>
    <a:srgbClr val="99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84" autoAdjust="0"/>
    <p:restoredTop sz="94660" autoAdjust="0"/>
  </p:normalViewPr>
  <p:slideViewPr>
    <p:cSldViewPr>
      <p:cViewPr varScale="1">
        <p:scale>
          <a:sx n="70" d="100"/>
          <a:sy n="70" d="100"/>
        </p:scale>
        <p:origin x="109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24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247900"/>
            <a:ext cx="9144000" cy="4610100"/>
            <a:chOff x="0" y="1416"/>
            <a:chExt cx="5760" cy="2904"/>
          </a:xfrm>
        </p:grpSpPr>
        <p:sp>
          <p:nvSpPr>
            <p:cNvPr id="5" name="Freeform 3"/>
            <p:cNvSpPr>
              <a:spLocks/>
            </p:cNvSpPr>
            <p:nvPr/>
          </p:nvSpPr>
          <p:spPr bwMode="ltGray">
            <a:xfrm>
              <a:off x="0" y="3182"/>
              <a:ext cx="5760" cy="1134"/>
            </a:xfrm>
            <a:custGeom>
              <a:avLst/>
              <a:gdLst>
                <a:gd name="T0" fmla="*/ 13729 w 4312"/>
                <a:gd name="T1" fmla="*/ 442 h 1232"/>
                <a:gd name="T2" fmla="*/ 13729 w 4312"/>
                <a:gd name="T3" fmla="*/ 885 h 1232"/>
                <a:gd name="T4" fmla="*/ 0 w 4312"/>
                <a:gd name="T5" fmla="*/ 885 h 1232"/>
                <a:gd name="T6" fmla="*/ 0 w 4312"/>
                <a:gd name="T7" fmla="*/ 0 h 1232"/>
                <a:gd name="T8" fmla="*/ 468 w 4312"/>
                <a:gd name="T9" fmla="*/ 35 h 1232"/>
                <a:gd name="T10" fmla="*/ 637 w 4312"/>
                <a:gd name="T11" fmla="*/ 80 h 1232"/>
                <a:gd name="T12" fmla="*/ 828 w 4312"/>
                <a:gd name="T13" fmla="*/ 114 h 1232"/>
                <a:gd name="T14" fmla="*/ 1355 w 4312"/>
                <a:gd name="T15" fmla="*/ 86 h 1232"/>
                <a:gd name="T16" fmla="*/ 1603 w 4312"/>
                <a:gd name="T17" fmla="*/ 64 h 1232"/>
                <a:gd name="T18" fmla="*/ 1961 w 4312"/>
                <a:gd name="T19" fmla="*/ 80 h 1232"/>
                <a:gd name="T20" fmla="*/ 2156 w 4312"/>
                <a:gd name="T21" fmla="*/ 144 h 1232"/>
                <a:gd name="T22" fmla="*/ 2237 w 4312"/>
                <a:gd name="T23" fmla="*/ 155 h 1232"/>
                <a:gd name="T24" fmla="*/ 2406 w 4312"/>
                <a:gd name="T25" fmla="*/ 190 h 1232"/>
                <a:gd name="T26" fmla="*/ 2762 w 4312"/>
                <a:gd name="T27" fmla="*/ 207 h 1232"/>
                <a:gd name="T28" fmla="*/ 2682 w 4312"/>
                <a:gd name="T29" fmla="*/ 218 h 1232"/>
                <a:gd name="T30" fmla="*/ 2705 w 4312"/>
                <a:gd name="T31" fmla="*/ 236 h 1232"/>
                <a:gd name="T32" fmla="*/ 2625 w 4312"/>
                <a:gd name="T33" fmla="*/ 248 h 1232"/>
                <a:gd name="T34" fmla="*/ 2955 w 4312"/>
                <a:gd name="T35" fmla="*/ 304 h 1232"/>
                <a:gd name="T36" fmla="*/ 3231 w 4312"/>
                <a:gd name="T37" fmla="*/ 282 h 1232"/>
                <a:gd name="T38" fmla="*/ 3704 w 4312"/>
                <a:gd name="T39" fmla="*/ 310 h 1232"/>
                <a:gd name="T40" fmla="*/ 4033 w 4312"/>
                <a:gd name="T41" fmla="*/ 357 h 1232"/>
                <a:gd name="T42" fmla="*/ 4364 w 4312"/>
                <a:gd name="T43" fmla="*/ 401 h 1232"/>
                <a:gd name="T44" fmla="*/ 4614 w 4312"/>
                <a:gd name="T45" fmla="*/ 408 h 1232"/>
                <a:gd name="T46" fmla="*/ 5275 w 4312"/>
                <a:gd name="T47" fmla="*/ 397 h 1232"/>
                <a:gd name="T48" fmla="*/ 5442 w 4312"/>
                <a:gd name="T49" fmla="*/ 401 h 1232"/>
                <a:gd name="T50" fmla="*/ 5471 w 4312"/>
                <a:gd name="T51" fmla="*/ 420 h 1232"/>
                <a:gd name="T52" fmla="*/ 5664 w 4312"/>
                <a:gd name="T53" fmla="*/ 436 h 1232"/>
                <a:gd name="T54" fmla="*/ 5829 w 4312"/>
                <a:gd name="T55" fmla="*/ 465 h 1232"/>
                <a:gd name="T56" fmla="*/ 5884 w 4312"/>
                <a:gd name="T57" fmla="*/ 516 h 1232"/>
                <a:gd name="T58" fmla="*/ 6049 w 4312"/>
                <a:gd name="T59" fmla="*/ 535 h 1232"/>
                <a:gd name="T60" fmla="*/ 6493 w 4312"/>
                <a:gd name="T61" fmla="*/ 569 h 1232"/>
                <a:gd name="T62" fmla="*/ 6877 w 4312"/>
                <a:gd name="T63" fmla="*/ 539 h 1232"/>
                <a:gd name="T64" fmla="*/ 7652 w 4312"/>
                <a:gd name="T65" fmla="*/ 603 h 1232"/>
                <a:gd name="T66" fmla="*/ 8342 w 4312"/>
                <a:gd name="T67" fmla="*/ 563 h 1232"/>
                <a:gd name="T68" fmla="*/ 8591 w 4312"/>
                <a:gd name="T69" fmla="*/ 523 h 1232"/>
                <a:gd name="T70" fmla="*/ 9086 w 4312"/>
                <a:gd name="T71" fmla="*/ 500 h 1232"/>
                <a:gd name="T72" fmla="*/ 9754 w 4312"/>
                <a:gd name="T73" fmla="*/ 459 h 1232"/>
                <a:gd name="T74" fmla="*/ 9944 w 4312"/>
                <a:gd name="T75" fmla="*/ 465 h 1232"/>
                <a:gd name="T76" fmla="*/ 10025 w 4312"/>
                <a:gd name="T77" fmla="*/ 483 h 1232"/>
                <a:gd name="T78" fmla="*/ 10108 w 4312"/>
                <a:gd name="T79" fmla="*/ 488 h 1232"/>
                <a:gd name="T80" fmla="*/ 10526 w 4312"/>
                <a:gd name="T81" fmla="*/ 465 h 1232"/>
                <a:gd name="T82" fmla="*/ 11604 w 4312"/>
                <a:gd name="T83" fmla="*/ 511 h 1232"/>
                <a:gd name="T84" fmla="*/ 11739 w 4312"/>
                <a:gd name="T85" fmla="*/ 581 h 1232"/>
                <a:gd name="T86" fmla="*/ 11768 w 4312"/>
                <a:gd name="T87" fmla="*/ 597 h 1232"/>
                <a:gd name="T88" fmla="*/ 11934 w 4312"/>
                <a:gd name="T89" fmla="*/ 609 h 1232"/>
                <a:gd name="T90" fmla="*/ 12153 w 4312"/>
                <a:gd name="T91" fmla="*/ 591 h 1232"/>
                <a:gd name="T92" fmla="*/ 12237 w 4312"/>
                <a:gd name="T93" fmla="*/ 523 h 1232"/>
                <a:gd name="T94" fmla="*/ 12265 w 4312"/>
                <a:gd name="T95" fmla="*/ 494 h 1232"/>
                <a:gd name="T96" fmla="*/ 12430 w 4312"/>
                <a:gd name="T97" fmla="*/ 483 h 1232"/>
                <a:gd name="T98" fmla="*/ 12678 w 4312"/>
                <a:gd name="T99" fmla="*/ 511 h 1232"/>
                <a:gd name="T100" fmla="*/ 12736 w 4312"/>
                <a:gd name="T101" fmla="*/ 546 h 1232"/>
                <a:gd name="T102" fmla="*/ 12762 w 4312"/>
                <a:gd name="T103" fmla="*/ 573 h 1232"/>
                <a:gd name="T104" fmla="*/ 12845 w 4312"/>
                <a:gd name="T105" fmla="*/ 585 h 1232"/>
                <a:gd name="T106" fmla="*/ 13176 w 4312"/>
                <a:gd name="T107" fmla="*/ 557 h 1232"/>
                <a:gd name="T108" fmla="*/ 13453 w 4312"/>
                <a:gd name="T109" fmla="*/ 505 h 1232"/>
                <a:gd name="T110" fmla="*/ 13645 w 4312"/>
                <a:gd name="T111" fmla="*/ 465 h 1232"/>
                <a:gd name="T112" fmla="*/ 13729 w 4312"/>
                <a:gd name="T113" fmla="*/ 442 h 123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312" h="1232">
                  <a:moveTo>
                    <a:pt x="4312" y="616"/>
                  </a:moveTo>
                  <a:lnTo>
                    <a:pt x="4312" y="1232"/>
                  </a:lnTo>
                  <a:lnTo>
                    <a:pt x="0" y="1232"/>
                  </a:lnTo>
                  <a:lnTo>
                    <a:pt x="0" y="0"/>
                  </a:lnTo>
                  <a:cubicBezTo>
                    <a:pt x="50" y="15"/>
                    <a:pt x="103" y="21"/>
                    <a:pt x="147" y="48"/>
                  </a:cubicBezTo>
                  <a:cubicBezTo>
                    <a:pt x="168" y="76"/>
                    <a:pt x="168" y="93"/>
                    <a:pt x="200" y="112"/>
                  </a:cubicBezTo>
                  <a:cubicBezTo>
                    <a:pt x="213" y="149"/>
                    <a:pt x="226" y="139"/>
                    <a:pt x="260" y="160"/>
                  </a:cubicBezTo>
                  <a:cubicBezTo>
                    <a:pt x="317" y="143"/>
                    <a:pt x="367" y="132"/>
                    <a:pt x="425" y="120"/>
                  </a:cubicBezTo>
                  <a:cubicBezTo>
                    <a:pt x="454" y="114"/>
                    <a:pt x="475" y="97"/>
                    <a:pt x="503" y="88"/>
                  </a:cubicBezTo>
                  <a:cubicBezTo>
                    <a:pt x="540" y="99"/>
                    <a:pt x="616" y="112"/>
                    <a:pt x="616" y="112"/>
                  </a:cubicBezTo>
                  <a:cubicBezTo>
                    <a:pt x="665" y="142"/>
                    <a:pt x="643" y="169"/>
                    <a:pt x="677" y="200"/>
                  </a:cubicBezTo>
                  <a:cubicBezTo>
                    <a:pt x="684" y="207"/>
                    <a:pt x="695" y="210"/>
                    <a:pt x="703" y="216"/>
                  </a:cubicBezTo>
                  <a:cubicBezTo>
                    <a:pt x="721" y="231"/>
                    <a:pt x="755" y="264"/>
                    <a:pt x="755" y="264"/>
                  </a:cubicBezTo>
                  <a:cubicBezTo>
                    <a:pt x="801" y="253"/>
                    <a:pt x="838" y="248"/>
                    <a:pt x="868" y="288"/>
                  </a:cubicBezTo>
                  <a:cubicBezTo>
                    <a:pt x="859" y="293"/>
                    <a:pt x="846" y="295"/>
                    <a:pt x="842" y="304"/>
                  </a:cubicBezTo>
                  <a:cubicBezTo>
                    <a:pt x="838" y="312"/>
                    <a:pt x="854" y="320"/>
                    <a:pt x="850" y="328"/>
                  </a:cubicBezTo>
                  <a:cubicBezTo>
                    <a:pt x="846" y="337"/>
                    <a:pt x="833" y="339"/>
                    <a:pt x="824" y="344"/>
                  </a:cubicBezTo>
                  <a:cubicBezTo>
                    <a:pt x="843" y="394"/>
                    <a:pt x="875" y="408"/>
                    <a:pt x="928" y="424"/>
                  </a:cubicBezTo>
                  <a:cubicBezTo>
                    <a:pt x="960" y="414"/>
                    <a:pt x="983" y="400"/>
                    <a:pt x="1015" y="392"/>
                  </a:cubicBezTo>
                  <a:cubicBezTo>
                    <a:pt x="1068" y="402"/>
                    <a:pt x="1107" y="423"/>
                    <a:pt x="1163" y="432"/>
                  </a:cubicBezTo>
                  <a:cubicBezTo>
                    <a:pt x="1197" y="453"/>
                    <a:pt x="1232" y="475"/>
                    <a:pt x="1267" y="496"/>
                  </a:cubicBezTo>
                  <a:cubicBezTo>
                    <a:pt x="1297" y="515"/>
                    <a:pt x="1332" y="551"/>
                    <a:pt x="1371" y="560"/>
                  </a:cubicBezTo>
                  <a:cubicBezTo>
                    <a:pt x="1396" y="566"/>
                    <a:pt x="1423" y="565"/>
                    <a:pt x="1449" y="568"/>
                  </a:cubicBezTo>
                  <a:cubicBezTo>
                    <a:pt x="1516" y="583"/>
                    <a:pt x="1592" y="572"/>
                    <a:pt x="1657" y="552"/>
                  </a:cubicBezTo>
                  <a:cubicBezTo>
                    <a:pt x="1674" y="555"/>
                    <a:pt x="1694" y="552"/>
                    <a:pt x="1709" y="560"/>
                  </a:cubicBezTo>
                  <a:cubicBezTo>
                    <a:pt x="1717" y="564"/>
                    <a:pt x="1712" y="577"/>
                    <a:pt x="1718" y="584"/>
                  </a:cubicBezTo>
                  <a:cubicBezTo>
                    <a:pt x="1733" y="601"/>
                    <a:pt x="1758" y="603"/>
                    <a:pt x="1779" y="608"/>
                  </a:cubicBezTo>
                  <a:cubicBezTo>
                    <a:pt x="1795" y="623"/>
                    <a:pt x="1817" y="632"/>
                    <a:pt x="1831" y="648"/>
                  </a:cubicBezTo>
                  <a:cubicBezTo>
                    <a:pt x="1840" y="659"/>
                    <a:pt x="1847" y="719"/>
                    <a:pt x="1848" y="720"/>
                  </a:cubicBezTo>
                  <a:cubicBezTo>
                    <a:pt x="1855" y="732"/>
                    <a:pt x="1888" y="741"/>
                    <a:pt x="1900" y="744"/>
                  </a:cubicBezTo>
                  <a:cubicBezTo>
                    <a:pt x="1953" y="758"/>
                    <a:pt x="1991" y="777"/>
                    <a:pt x="2039" y="792"/>
                  </a:cubicBezTo>
                  <a:cubicBezTo>
                    <a:pt x="2109" y="776"/>
                    <a:pt x="2103" y="770"/>
                    <a:pt x="2160" y="752"/>
                  </a:cubicBezTo>
                  <a:cubicBezTo>
                    <a:pt x="2245" y="763"/>
                    <a:pt x="2332" y="796"/>
                    <a:pt x="2403" y="840"/>
                  </a:cubicBezTo>
                  <a:cubicBezTo>
                    <a:pt x="2476" y="823"/>
                    <a:pt x="2549" y="806"/>
                    <a:pt x="2620" y="784"/>
                  </a:cubicBezTo>
                  <a:cubicBezTo>
                    <a:pt x="2653" y="774"/>
                    <a:pt x="2667" y="741"/>
                    <a:pt x="2698" y="728"/>
                  </a:cubicBezTo>
                  <a:cubicBezTo>
                    <a:pt x="2754" y="705"/>
                    <a:pt x="2795" y="702"/>
                    <a:pt x="2854" y="696"/>
                  </a:cubicBezTo>
                  <a:cubicBezTo>
                    <a:pt x="2925" y="680"/>
                    <a:pt x="2991" y="653"/>
                    <a:pt x="3063" y="640"/>
                  </a:cubicBezTo>
                  <a:cubicBezTo>
                    <a:pt x="3083" y="643"/>
                    <a:pt x="3104" y="641"/>
                    <a:pt x="3123" y="648"/>
                  </a:cubicBezTo>
                  <a:cubicBezTo>
                    <a:pt x="3135" y="652"/>
                    <a:pt x="3140" y="666"/>
                    <a:pt x="3149" y="672"/>
                  </a:cubicBezTo>
                  <a:cubicBezTo>
                    <a:pt x="3157" y="677"/>
                    <a:pt x="3167" y="677"/>
                    <a:pt x="3175" y="680"/>
                  </a:cubicBezTo>
                  <a:cubicBezTo>
                    <a:pt x="3221" y="666"/>
                    <a:pt x="3265" y="673"/>
                    <a:pt x="3306" y="648"/>
                  </a:cubicBezTo>
                  <a:cubicBezTo>
                    <a:pt x="3415" y="682"/>
                    <a:pt x="3532" y="686"/>
                    <a:pt x="3644" y="712"/>
                  </a:cubicBezTo>
                  <a:cubicBezTo>
                    <a:pt x="3666" y="742"/>
                    <a:pt x="3675" y="774"/>
                    <a:pt x="3687" y="808"/>
                  </a:cubicBezTo>
                  <a:cubicBezTo>
                    <a:pt x="3691" y="816"/>
                    <a:pt x="3687" y="829"/>
                    <a:pt x="3696" y="832"/>
                  </a:cubicBezTo>
                  <a:cubicBezTo>
                    <a:pt x="3713" y="837"/>
                    <a:pt x="3748" y="848"/>
                    <a:pt x="3748" y="848"/>
                  </a:cubicBezTo>
                  <a:cubicBezTo>
                    <a:pt x="3798" y="833"/>
                    <a:pt x="3786" y="867"/>
                    <a:pt x="3817" y="824"/>
                  </a:cubicBezTo>
                  <a:cubicBezTo>
                    <a:pt x="3806" y="780"/>
                    <a:pt x="3809" y="760"/>
                    <a:pt x="3843" y="728"/>
                  </a:cubicBezTo>
                  <a:cubicBezTo>
                    <a:pt x="3847" y="715"/>
                    <a:pt x="3841" y="698"/>
                    <a:pt x="3852" y="688"/>
                  </a:cubicBezTo>
                  <a:cubicBezTo>
                    <a:pt x="3865" y="676"/>
                    <a:pt x="3904" y="672"/>
                    <a:pt x="3904" y="672"/>
                  </a:cubicBezTo>
                  <a:cubicBezTo>
                    <a:pt x="3932" y="681"/>
                    <a:pt x="3982" y="712"/>
                    <a:pt x="3982" y="712"/>
                  </a:cubicBezTo>
                  <a:cubicBezTo>
                    <a:pt x="3988" y="728"/>
                    <a:pt x="3996" y="743"/>
                    <a:pt x="4000" y="760"/>
                  </a:cubicBezTo>
                  <a:cubicBezTo>
                    <a:pt x="4003" y="773"/>
                    <a:pt x="4001" y="788"/>
                    <a:pt x="4008" y="800"/>
                  </a:cubicBezTo>
                  <a:cubicBezTo>
                    <a:pt x="4014" y="808"/>
                    <a:pt x="4026" y="811"/>
                    <a:pt x="4034" y="816"/>
                  </a:cubicBezTo>
                  <a:cubicBezTo>
                    <a:pt x="4072" y="804"/>
                    <a:pt x="4102" y="787"/>
                    <a:pt x="4138" y="776"/>
                  </a:cubicBezTo>
                  <a:cubicBezTo>
                    <a:pt x="4172" y="730"/>
                    <a:pt x="4159" y="719"/>
                    <a:pt x="4225" y="704"/>
                  </a:cubicBezTo>
                  <a:cubicBezTo>
                    <a:pt x="4246" y="675"/>
                    <a:pt x="4265" y="677"/>
                    <a:pt x="4286" y="648"/>
                  </a:cubicBezTo>
                  <a:cubicBezTo>
                    <a:pt x="4277" y="625"/>
                    <a:pt x="4312" y="616"/>
                    <a:pt x="4312" y="61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fol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4098" y="1416"/>
              <a:ext cx="1594" cy="2904"/>
              <a:chOff x="1754" y="405"/>
              <a:chExt cx="2124" cy="3627"/>
            </a:xfrm>
          </p:grpSpPr>
          <p:grpSp>
            <p:nvGrpSpPr>
              <p:cNvPr id="7" name="Group 5"/>
              <p:cNvGrpSpPr>
                <a:grpSpLocks/>
              </p:cNvGrpSpPr>
              <p:nvPr/>
            </p:nvGrpSpPr>
            <p:grpSpPr bwMode="auto">
              <a:xfrm>
                <a:off x="1929" y="405"/>
                <a:ext cx="1740" cy="1929"/>
                <a:chOff x="1929" y="405"/>
                <a:chExt cx="1740" cy="1929"/>
              </a:xfrm>
            </p:grpSpPr>
            <p:sp>
              <p:nvSpPr>
                <p:cNvPr id="23" name="Oval 6"/>
                <p:cNvSpPr>
                  <a:spLocks noChangeArrowheads="1"/>
                </p:cNvSpPr>
                <p:nvPr/>
              </p:nvSpPr>
              <p:spPr bwMode="ltGray">
                <a:xfrm>
                  <a:off x="2741" y="464"/>
                  <a:ext cx="47" cy="58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Freeform 7"/>
                <p:cNvSpPr>
                  <a:spLocks/>
                </p:cNvSpPr>
                <p:nvPr/>
              </p:nvSpPr>
              <p:spPr bwMode="ltGray">
                <a:xfrm>
                  <a:off x="2661" y="405"/>
                  <a:ext cx="225" cy="1215"/>
                </a:xfrm>
                <a:custGeom>
                  <a:avLst/>
                  <a:gdLst>
                    <a:gd name="T0" fmla="*/ 39 w 225"/>
                    <a:gd name="T1" fmla="*/ 1146 h 1215"/>
                    <a:gd name="T2" fmla="*/ 87 w 225"/>
                    <a:gd name="T3" fmla="*/ 1092 h 1215"/>
                    <a:gd name="T4" fmla="*/ 99 w 225"/>
                    <a:gd name="T5" fmla="*/ 0 h 1215"/>
                    <a:gd name="T6" fmla="*/ 108 w 225"/>
                    <a:gd name="T7" fmla="*/ 0 h 1215"/>
                    <a:gd name="T8" fmla="*/ 138 w 225"/>
                    <a:gd name="T9" fmla="*/ 1095 h 1215"/>
                    <a:gd name="T10" fmla="*/ 183 w 225"/>
                    <a:gd name="T11" fmla="*/ 1146 h 1215"/>
                    <a:gd name="T12" fmla="*/ 225 w 225"/>
                    <a:gd name="T13" fmla="*/ 1146 h 1215"/>
                    <a:gd name="T14" fmla="*/ 222 w 225"/>
                    <a:gd name="T15" fmla="*/ 1212 h 1215"/>
                    <a:gd name="T16" fmla="*/ 0 w 225"/>
                    <a:gd name="T17" fmla="*/ 1215 h 1215"/>
                    <a:gd name="T18" fmla="*/ 0 w 225"/>
                    <a:gd name="T19" fmla="*/ 1149 h 1215"/>
                    <a:gd name="T20" fmla="*/ 39 w 225"/>
                    <a:gd name="T21" fmla="*/ 1146 h 121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25" h="1215">
                      <a:moveTo>
                        <a:pt x="39" y="1146"/>
                      </a:moveTo>
                      <a:lnTo>
                        <a:pt x="87" y="1092"/>
                      </a:lnTo>
                      <a:lnTo>
                        <a:pt x="99" y="0"/>
                      </a:lnTo>
                      <a:lnTo>
                        <a:pt x="108" y="0"/>
                      </a:lnTo>
                      <a:lnTo>
                        <a:pt x="138" y="1095"/>
                      </a:lnTo>
                      <a:lnTo>
                        <a:pt x="183" y="1146"/>
                      </a:lnTo>
                      <a:lnTo>
                        <a:pt x="225" y="1146"/>
                      </a:lnTo>
                      <a:lnTo>
                        <a:pt x="222" y="1212"/>
                      </a:lnTo>
                      <a:lnTo>
                        <a:pt x="0" y="1215"/>
                      </a:lnTo>
                      <a:lnTo>
                        <a:pt x="0" y="1149"/>
                      </a:lnTo>
                      <a:lnTo>
                        <a:pt x="39" y="1146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Oval 8"/>
                <p:cNvSpPr>
                  <a:spLocks noChangeArrowheads="1"/>
                </p:cNvSpPr>
                <p:nvPr/>
              </p:nvSpPr>
              <p:spPr bwMode="ltGray">
                <a:xfrm>
                  <a:off x="2741" y="539"/>
                  <a:ext cx="47" cy="58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9"/>
                <p:cNvSpPr>
                  <a:spLocks noChangeArrowheads="1"/>
                </p:cNvSpPr>
                <p:nvPr/>
              </p:nvSpPr>
              <p:spPr bwMode="ltGray">
                <a:xfrm>
                  <a:off x="2728" y="804"/>
                  <a:ext cx="87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Oval 10"/>
                <p:cNvSpPr>
                  <a:spLocks noChangeArrowheads="1"/>
                </p:cNvSpPr>
                <p:nvPr/>
              </p:nvSpPr>
              <p:spPr bwMode="ltGray">
                <a:xfrm>
                  <a:off x="2728" y="870"/>
                  <a:ext cx="87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11"/>
                <p:cNvSpPr>
                  <a:spLocks noChangeArrowheads="1"/>
                </p:cNvSpPr>
                <p:nvPr/>
              </p:nvSpPr>
              <p:spPr bwMode="ltGray">
                <a:xfrm>
                  <a:off x="2728" y="936"/>
                  <a:ext cx="87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Oval 12"/>
                <p:cNvSpPr>
                  <a:spLocks noChangeArrowheads="1"/>
                </p:cNvSpPr>
                <p:nvPr/>
              </p:nvSpPr>
              <p:spPr bwMode="ltGray">
                <a:xfrm>
                  <a:off x="2728" y="1002"/>
                  <a:ext cx="87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13"/>
                <p:cNvSpPr>
                  <a:spLocks noChangeArrowheads="1"/>
                </p:cNvSpPr>
                <p:nvPr/>
              </p:nvSpPr>
              <p:spPr bwMode="ltGray">
                <a:xfrm>
                  <a:off x="2718" y="1206"/>
                  <a:ext cx="108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Oval 14"/>
                <p:cNvSpPr>
                  <a:spLocks noChangeArrowheads="1"/>
                </p:cNvSpPr>
                <p:nvPr/>
              </p:nvSpPr>
              <p:spPr bwMode="ltGray">
                <a:xfrm>
                  <a:off x="2723" y="1140"/>
                  <a:ext cx="99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15"/>
                <p:cNvSpPr>
                  <a:spLocks noChangeArrowheads="1"/>
                </p:cNvSpPr>
                <p:nvPr/>
              </p:nvSpPr>
              <p:spPr bwMode="ltGray">
                <a:xfrm>
                  <a:off x="2722" y="1068"/>
                  <a:ext cx="99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Oval 16"/>
                <p:cNvSpPr>
                  <a:spLocks noChangeArrowheads="1"/>
                </p:cNvSpPr>
                <p:nvPr/>
              </p:nvSpPr>
              <p:spPr bwMode="ltGray">
                <a:xfrm>
                  <a:off x="2718" y="1272"/>
                  <a:ext cx="108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17"/>
                <p:cNvSpPr>
                  <a:spLocks noChangeArrowheads="1"/>
                </p:cNvSpPr>
                <p:nvPr/>
              </p:nvSpPr>
              <p:spPr bwMode="ltGray">
                <a:xfrm>
                  <a:off x="2715" y="1341"/>
                  <a:ext cx="114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Freeform 18"/>
                <p:cNvSpPr>
                  <a:spLocks/>
                </p:cNvSpPr>
                <p:nvPr/>
              </p:nvSpPr>
              <p:spPr bwMode="ltGray">
                <a:xfrm>
                  <a:off x="2697" y="1407"/>
                  <a:ext cx="153" cy="93"/>
                </a:xfrm>
                <a:custGeom>
                  <a:avLst/>
                  <a:gdLst>
                    <a:gd name="T0" fmla="*/ 69 w 153"/>
                    <a:gd name="T1" fmla="*/ 93 h 93"/>
                    <a:gd name="T2" fmla="*/ 30 w 153"/>
                    <a:gd name="T3" fmla="*/ 75 h 93"/>
                    <a:gd name="T4" fmla="*/ 12 w 153"/>
                    <a:gd name="T5" fmla="*/ 48 h 93"/>
                    <a:gd name="T6" fmla="*/ 0 w 153"/>
                    <a:gd name="T7" fmla="*/ 9 h 93"/>
                    <a:gd name="T8" fmla="*/ 24 w 153"/>
                    <a:gd name="T9" fmla="*/ 30 h 93"/>
                    <a:gd name="T10" fmla="*/ 39 w 153"/>
                    <a:gd name="T11" fmla="*/ 3 h 93"/>
                    <a:gd name="T12" fmla="*/ 60 w 153"/>
                    <a:gd name="T13" fmla="*/ 27 h 93"/>
                    <a:gd name="T14" fmla="*/ 93 w 153"/>
                    <a:gd name="T15" fmla="*/ 27 h 93"/>
                    <a:gd name="T16" fmla="*/ 114 w 153"/>
                    <a:gd name="T17" fmla="*/ 0 h 93"/>
                    <a:gd name="T18" fmla="*/ 120 w 153"/>
                    <a:gd name="T19" fmla="*/ 27 h 93"/>
                    <a:gd name="T20" fmla="*/ 153 w 153"/>
                    <a:gd name="T21" fmla="*/ 9 h 93"/>
                    <a:gd name="T22" fmla="*/ 123 w 153"/>
                    <a:gd name="T23" fmla="*/ 81 h 93"/>
                    <a:gd name="T24" fmla="*/ 69 w 153"/>
                    <a:gd name="T25" fmla="*/ 93 h 9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53" h="93">
                      <a:moveTo>
                        <a:pt x="69" y="93"/>
                      </a:moveTo>
                      <a:lnTo>
                        <a:pt x="30" y="75"/>
                      </a:lnTo>
                      <a:lnTo>
                        <a:pt x="12" y="48"/>
                      </a:lnTo>
                      <a:lnTo>
                        <a:pt x="0" y="9"/>
                      </a:lnTo>
                      <a:lnTo>
                        <a:pt x="24" y="30"/>
                      </a:lnTo>
                      <a:lnTo>
                        <a:pt x="39" y="3"/>
                      </a:lnTo>
                      <a:lnTo>
                        <a:pt x="60" y="27"/>
                      </a:lnTo>
                      <a:lnTo>
                        <a:pt x="93" y="27"/>
                      </a:lnTo>
                      <a:lnTo>
                        <a:pt x="114" y="0"/>
                      </a:lnTo>
                      <a:lnTo>
                        <a:pt x="120" y="27"/>
                      </a:lnTo>
                      <a:lnTo>
                        <a:pt x="153" y="9"/>
                      </a:lnTo>
                      <a:lnTo>
                        <a:pt x="123" y="81"/>
                      </a:lnTo>
                      <a:lnTo>
                        <a:pt x="69" y="93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Freeform 19"/>
                <p:cNvSpPr>
                  <a:spLocks/>
                </p:cNvSpPr>
                <p:nvPr/>
              </p:nvSpPr>
              <p:spPr bwMode="ltGray">
                <a:xfrm>
                  <a:off x="1929" y="1614"/>
                  <a:ext cx="1740" cy="720"/>
                </a:xfrm>
                <a:custGeom>
                  <a:avLst/>
                  <a:gdLst>
                    <a:gd name="T0" fmla="*/ 1086 w 1740"/>
                    <a:gd name="T1" fmla="*/ 105 h 720"/>
                    <a:gd name="T2" fmla="*/ 1353 w 1740"/>
                    <a:gd name="T3" fmla="*/ 252 h 720"/>
                    <a:gd name="T4" fmla="*/ 1521 w 1740"/>
                    <a:gd name="T5" fmla="*/ 303 h 720"/>
                    <a:gd name="T6" fmla="*/ 1563 w 1740"/>
                    <a:gd name="T7" fmla="*/ 318 h 720"/>
                    <a:gd name="T8" fmla="*/ 1620 w 1740"/>
                    <a:gd name="T9" fmla="*/ 357 h 720"/>
                    <a:gd name="T10" fmla="*/ 1728 w 1740"/>
                    <a:gd name="T11" fmla="*/ 324 h 720"/>
                    <a:gd name="T12" fmla="*/ 1719 w 1740"/>
                    <a:gd name="T13" fmla="*/ 351 h 720"/>
                    <a:gd name="T14" fmla="*/ 1734 w 1740"/>
                    <a:gd name="T15" fmla="*/ 378 h 720"/>
                    <a:gd name="T16" fmla="*/ 1686 w 1740"/>
                    <a:gd name="T17" fmla="*/ 441 h 720"/>
                    <a:gd name="T18" fmla="*/ 1680 w 1740"/>
                    <a:gd name="T19" fmla="*/ 468 h 720"/>
                    <a:gd name="T20" fmla="*/ 1650 w 1740"/>
                    <a:gd name="T21" fmla="*/ 480 h 720"/>
                    <a:gd name="T22" fmla="*/ 1632 w 1740"/>
                    <a:gd name="T23" fmla="*/ 546 h 720"/>
                    <a:gd name="T24" fmla="*/ 1617 w 1740"/>
                    <a:gd name="T25" fmla="*/ 561 h 720"/>
                    <a:gd name="T26" fmla="*/ 1632 w 1740"/>
                    <a:gd name="T27" fmla="*/ 609 h 720"/>
                    <a:gd name="T28" fmla="*/ 1614 w 1740"/>
                    <a:gd name="T29" fmla="*/ 585 h 720"/>
                    <a:gd name="T30" fmla="*/ 1602 w 1740"/>
                    <a:gd name="T31" fmla="*/ 576 h 720"/>
                    <a:gd name="T32" fmla="*/ 1569 w 1740"/>
                    <a:gd name="T33" fmla="*/ 540 h 720"/>
                    <a:gd name="T34" fmla="*/ 1458 w 1740"/>
                    <a:gd name="T35" fmla="*/ 582 h 720"/>
                    <a:gd name="T36" fmla="*/ 1416 w 1740"/>
                    <a:gd name="T37" fmla="*/ 618 h 720"/>
                    <a:gd name="T38" fmla="*/ 1377 w 1740"/>
                    <a:gd name="T39" fmla="*/ 603 h 720"/>
                    <a:gd name="T40" fmla="*/ 1353 w 1740"/>
                    <a:gd name="T41" fmla="*/ 624 h 720"/>
                    <a:gd name="T42" fmla="*/ 1317 w 1740"/>
                    <a:gd name="T43" fmla="*/ 615 h 720"/>
                    <a:gd name="T44" fmla="*/ 1263 w 1740"/>
                    <a:gd name="T45" fmla="*/ 615 h 720"/>
                    <a:gd name="T46" fmla="*/ 1245 w 1740"/>
                    <a:gd name="T47" fmla="*/ 651 h 720"/>
                    <a:gd name="T48" fmla="*/ 1188 w 1740"/>
                    <a:gd name="T49" fmla="*/ 693 h 720"/>
                    <a:gd name="T50" fmla="*/ 504 w 1740"/>
                    <a:gd name="T51" fmla="*/ 717 h 720"/>
                    <a:gd name="T52" fmla="*/ 471 w 1740"/>
                    <a:gd name="T53" fmla="*/ 690 h 720"/>
                    <a:gd name="T54" fmla="*/ 417 w 1740"/>
                    <a:gd name="T55" fmla="*/ 660 h 720"/>
                    <a:gd name="T56" fmla="*/ 333 w 1740"/>
                    <a:gd name="T57" fmla="*/ 681 h 720"/>
                    <a:gd name="T58" fmla="*/ 366 w 1740"/>
                    <a:gd name="T59" fmla="*/ 621 h 720"/>
                    <a:gd name="T60" fmla="*/ 258 w 1740"/>
                    <a:gd name="T61" fmla="*/ 657 h 720"/>
                    <a:gd name="T62" fmla="*/ 279 w 1740"/>
                    <a:gd name="T63" fmla="*/ 603 h 720"/>
                    <a:gd name="T64" fmla="*/ 123 w 1740"/>
                    <a:gd name="T65" fmla="*/ 660 h 720"/>
                    <a:gd name="T66" fmla="*/ 81 w 1740"/>
                    <a:gd name="T67" fmla="*/ 699 h 720"/>
                    <a:gd name="T68" fmla="*/ 87 w 1740"/>
                    <a:gd name="T69" fmla="*/ 651 h 720"/>
                    <a:gd name="T70" fmla="*/ 81 w 1740"/>
                    <a:gd name="T71" fmla="*/ 603 h 720"/>
                    <a:gd name="T72" fmla="*/ 12 w 1740"/>
                    <a:gd name="T73" fmla="*/ 513 h 720"/>
                    <a:gd name="T74" fmla="*/ 87 w 1740"/>
                    <a:gd name="T75" fmla="*/ 474 h 720"/>
                    <a:gd name="T76" fmla="*/ 144 w 1740"/>
                    <a:gd name="T77" fmla="*/ 414 h 720"/>
                    <a:gd name="T78" fmla="*/ 252 w 1740"/>
                    <a:gd name="T79" fmla="*/ 378 h 720"/>
                    <a:gd name="T80" fmla="*/ 258 w 1740"/>
                    <a:gd name="T81" fmla="*/ 318 h 720"/>
                    <a:gd name="T82" fmla="*/ 306 w 1740"/>
                    <a:gd name="T83" fmla="*/ 348 h 720"/>
                    <a:gd name="T84" fmla="*/ 360 w 1740"/>
                    <a:gd name="T85" fmla="*/ 300 h 720"/>
                    <a:gd name="T86" fmla="*/ 393 w 1740"/>
                    <a:gd name="T87" fmla="*/ 297 h 720"/>
                    <a:gd name="T88" fmla="*/ 723 w 1740"/>
                    <a:gd name="T89" fmla="*/ 3 h 72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40" h="720">
                      <a:moveTo>
                        <a:pt x="954" y="0"/>
                      </a:moveTo>
                      <a:lnTo>
                        <a:pt x="1086" y="105"/>
                      </a:lnTo>
                      <a:lnTo>
                        <a:pt x="1206" y="180"/>
                      </a:lnTo>
                      <a:lnTo>
                        <a:pt x="1353" y="252"/>
                      </a:lnTo>
                      <a:lnTo>
                        <a:pt x="1467" y="291"/>
                      </a:lnTo>
                      <a:lnTo>
                        <a:pt x="1521" y="303"/>
                      </a:lnTo>
                      <a:lnTo>
                        <a:pt x="1581" y="294"/>
                      </a:lnTo>
                      <a:lnTo>
                        <a:pt x="1563" y="318"/>
                      </a:lnTo>
                      <a:lnTo>
                        <a:pt x="1572" y="342"/>
                      </a:lnTo>
                      <a:lnTo>
                        <a:pt x="1620" y="357"/>
                      </a:lnTo>
                      <a:lnTo>
                        <a:pt x="1680" y="354"/>
                      </a:lnTo>
                      <a:lnTo>
                        <a:pt x="1728" y="324"/>
                      </a:lnTo>
                      <a:lnTo>
                        <a:pt x="1740" y="339"/>
                      </a:lnTo>
                      <a:lnTo>
                        <a:pt x="1719" y="351"/>
                      </a:lnTo>
                      <a:lnTo>
                        <a:pt x="1710" y="393"/>
                      </a:lnTo>
                      <a:lnTo>
                        <a:pt x="1734" y="378"/>
                      </a:lnTo>
                      <a:lnTo>
                        <a:pt x="1707" y="414"/>
                      </a:lnTo>
                      <a:lnTo>
                        <a:pt x="1686" y="441"/>
                      </a:lnTo>
                      <a:lnTo>
                        <a:pt x="1698" y="456"/>
                      </a:lnTo>
                      <a:lnTo>
                        <a:pt x="1680" y="468"/>
                      </a:lnTo>
                      <a:lnTo>
                        <a:pt x="1668" y="486"/>
                      </a:lnTo>
                      <a:lnTo>
                        <a:pt x="1650" y="480"/>
                      </a:lnTo>
                      <a:lnTo>
                        <a:pt x="1614" y="510"/>
                      </a:lnTo>
                      <a:lnTo>
                        <a:pt x="1632" y="546"/>
                      </a:lnTo>
                      <a:lnTo>
                        <a:pt x="1632" y="579"/>
                      </a:lnTo>
                      <a:lnTo>
                        <a:pt x="1617" y="561"/>
                      </a:lnTo>
                      <a:lnTo>
                        <a:pt x="1617" y="585"/>
                      </a:lnTo>
                      <a:lnTo>
                        <a:pt x="1632" y="609"/>
                      </a:lnTo>
                      <a:lnTo>
                        <a:pt x="1605" y="609"/>
                      </a:lnTo>
                      <a:lnTo>
                        <a:pt x="1614" y="585"/>
                      </a:lnTo>
                      <a:lnTo>
                        <a:pt x="1614" y="561"/>
                      </a:lnTo>
                      <a:lnTo>
                        <a:pt x="1602" y="576"/>
                      </a:lnTo>
                      <a:lnTo>
                        <a:pt x="1608" y="516"/>
                      </a:lnTo>
                      <a:lnTo>
                        <a:pt x="1569" y="540"/>
                      </a:lnTo>
                      <a:lnTo>
                        <a:pt x="1518" y="558"/>
                      </a:lnTo>
                      <a:lnTo>
                        <a:pt x="1458" y="582"/>
                      </a:lnTo>
                      <a:lnTo>
                        <a:pt x="1407" y="597"/>
                      </a:lnTo>
                      <a:lnTo>
                        <a:pt x="1416" y="618"/>
                      </a:lnTo>
                      <a:lnTo>
                        <a:pt x="1395" y="627"/>
                      </a:lnTo>
                      <a:lnTo>
                        <a:pt x="1377" y="603"/>
                      </a:lnTo>
                      <a:lnTo>
                        <a:pt x="1347" y="606"/>
                      </a:lnTo>
                      <a:lnTo>
                        <a:pt x="1353" y="624"/>
                      </a:lnTo>
                      <a:lnTo>
                        <a:pt x="1335" y="630"/>
                      </a:lnTo>
                      <a:lnTo>
                        <a:pt x="1317" y="615"/>
                      </a:lnTo>
                      <a:lnTo>
                        <a:pt x="1311" y="639"/>
                      </a:lnTo>
                      <a:lnTo>
                        <a:pt x="1263" y="615"/>
                      </a:lnTo>
                      <a:lnTo>
                        <a:pt x="1263" y="642"/>
                      </a:lnTo>
                      <a:lnTo>
                        <a:pt x="1245" y="651"/>
                      </a:lnTo>
                      <a:lnTo>
                        <a:pt x="1218" y="633"/>
                      </a:lnTo>
                      <a:lnTo>
                        <a:pt x="1188" y="693"/>
                      </a:lnTo>
                      <a:lnTo>
                        <a:pt x="1191" y="720"/>
                      </a:lnTo>
                      <a:lnTo>
                        <a:pt x="504" y="717"/>
                      </a:lnTo>
                      <a:lnTo>
                        <a:pt x="498" y="687"/>
                      </a:lnTo>
                      <a:lnTo>
                        <a:pt x="471" y="690"/>
                      </a:lnTo>
                      <a:lnTo>
                        <a:pt x="462" y="663"/>
                      </a:lnTo>
                      <a:lnTo>
                        <a:pt x="417" y="660"/>
                      </a:lnTo>
                      <a:lnTo>
                        <a:pt x="411" y="642"/>
                      </a:lnTo>
                      <a:lnTo>
                        <a:pt x="333" y="681"/>
                      </a:lnTo>
                      <a:lnTo>
                        <a:pt x="306" y="663"/>
                      </a:lnTo>
                      <a:lnTo>
                        <a:pt x="366" y="621"/>
                      </a:lnTo>
                      <a:lnTo>
                        <a:pt x="345" y="615"/>
                      </a:lnTo>
                      <a:lnTo>
                        <a:pt x="258" y="657"/>
                      </a:lnTo>
                      <a:lnTo>
                        <a:pt x="237" y="642"/>
                      </a:lnTo>
                      <a:lnTo>
                        <a:pt x="279" y="603"/>
                      </a:lnTo>
                      <a:lnTo>
                        <a:pt x="120" y="606"/>
                      </a:lnTo>
                      <a:lnTo>
                        <a:pt x="123" y="660"/>
                      </a:lnTo>
                      <a:lnTo>
                        <a:pt x="102" y="657"/>
                      </a:lnTo>
                      <a:lnTo>
                        <a:pt x="81" y="699"/>
                      </a:lnTo>
                      <a:lnTo>
                        <a:pt x="117" y="702"/>
                      </a:lnTo>
                      <a:lnTo>
                        <a:pt x="87" y="651"/>
                      </a:lnTo>
                      <a:lnTo>
                        <a:pt x="105" y="603"/>
                      </a:lnTo>
                      <a:lnTo>
                        <a:pt x="81" y="603"/>
                      </a:lnTo>
                      <a:lnTo>
                        <a:pt x="36" y="579"/>
                      </a:lnTo>
                      <a:lnTo>
                        <a:pt x="12" y="513"/>
                      </a:lnTo>
                      <a:lnTo>
                        <a:pt x="0" y="480"/>
                      </a:lnTo>
                      <a:lnTo>
                        <a:pt x="87" y="474"/>
                      </a:lnTo>
                      <a:lnTo>
                        <a:pt x="162" y="444"/>
                      </a:lnTo>
                      <a:lnTo>
                        <a:pt x="144" y="414"/>
                      </a:lnTo>
                      <a:lnTo>
                        <a:pt x="192" y="417"/>
                      </a:lnTo>
                      <a:lnTo>
                        <a:pt x="252" y="378"/>
                      </a:lnTo>
                      <a:lnTo>
                        <a:pt x="246" y="330"/>
                      </a:lnTo>
                      <a:lnTo>
                        <a:pt x="258" y="318"/>
                      </a:lnTo>
                      <a:lnTo>
                        <a:pt x="270" y="342"/>
                      </a:lnTo>
                      <a:lnTo>
                        <a:pt x="306" y="348"/>
                      </a:lnTo>
                      <a:lnTo>
                        <a:pt x="372" y="312"/>
                      </a:lnTo>
                      <a:lnTo>
                        <a:pt x="360" y="300"/>
                      </a:lnTo>
                      <a:lnTo>
                        <a:pt x="363" y="285"/>
                      </a:lnTo>
                      <a:lnTo>
                        <a:pt x="393" y="297"/>
                      </a:lnTo>
                      <a:lnTo>
                        <a:pt x="597" y="135"/>
                      </a:lnTo>
                      <a:lnTo>
                        <a:pt x="723" y="3"/>
                      </a:lnTo>
                      <a:lnTo>
                        <a:pt x="954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" name="Freeform 20"/>
              <p:cNvSpPr>
                <a:spLocks/>
              </p:cNvSpPr>
              <p:nvPr/>
            </p:nvSpPr>
            <p:spPr bwMode="ltGray">
              <a:xfrm flipH="1">
                <a:off x="2718" y="626"/>
                <a:ext cx="46" cy="174"/>
              </a:xfrm>
              <a:custGeom>
                <a:avLst/>
                <a:gdLst>
                  <a:gd name="T0" fmla="*/ 4 w 46"/>
                  <a:gd name="T1" fmla="*/ 174 h 174"/>
                  <a:gd name="T2" fmla="*/ 40 w 46"/>
                  <a:gd name="T3" fmla="*/ 158 h 174"/>
                  <a:gd name="T4" fmla="*/ 46 w 46"/>
                  <a:gd name="T5" fmla="*/ 138 h 174"/>
                  <a:gd name="T6" fmla="*/ 42 w 46"/>
                  <a:gd name="T7" fmla="*/ 26 h 174"/>
                  <a:gd name="T8" fmla="*/ 32 w 46"/>
                  <a:gd name="T9" fmla="*/ 10 h 174"/>
                  <a:gd name="T10" fmla="*/ 4 w 46"/>
                  <a:gd name="T11" fmla="*/ 0 h 174"/>
                  <a:gd name="T12" fmla="*/ 4 w 46"/>
                  <a:gd name="T13" fmla="*/ 20 h 174"/>
                  <a:gd name="T14" fmla="*/ 22 w 46"/>
                  <a:gd name="T15" fmla="*/ 26 h 174"/>
                  <a:gd name="T16" fmla="*/ 0 w 46"/>
                  <a:gd name="T17" fmla="*/ 40 h 174"/>
                  <a:gd name="T18" fmla="*/ 24 w 46"/>
                  <a:gd name="T19" fmla="*/ 32 h 174"/>
                  <a:gd name="T20" fmla="*/ 24 w 46"/>
                  <a:gd name="T21" fmla="*/ 46 h 174"/>
                  <a:gd name="T22" fmla="*/ 0 w 46"/>
                  <a:gd name="T23" fmla="*/ 58 h 174"/>
                  <a:gd name="T24" fmla="*/ 28 w 46"/>
                  <a:gd name="T25" fmla="*/ 54 h 174"/>
                  <a:gd name="T26" fmla="*/ 2 w 46"/>
                  <a:gd name="T27" fmla="*/ 74 h 174"/>
                  <a:gd name="T28" fmla="*/ 28 w 46"/>
                  <a:gd name="T29" fmla="*/ 66 h 174"/>
                  <a:gd name="T30" fmla="*/ 30 w 46"/>
                  <a:gd name="T31" fmla="*/ 78 h 174"/>
                  <a:gd name="T32" fmla="*/ 2 w 46"/>
                  <a:gd name="T33" fmla="*/ 90 h 174"/>
                  <a:gd name="T34" fmla="*/ 30 w 46"/>
                  <a:gd name="T35" fmla="*/ 84 h 174"/>
                  <a:gd name="T36" fmla="*/ 2 w 46"/>
                  <a:gd name="T37" fmla="*/ 106 h 174"/>
                  <a:gd name="T38" fmla="*/ 30 w 46"/>
                  <a:gd name="T39" fmla="*/ 98 h 174"/>
                  <a:gd name="T40" fmla="*/ 6 w 46"/>
                  <a:gd name="T41" fmla="*/ 120 h 174"/>
                  <a:gd name="T42" fmla="*/ 30 w 46"/>
                  <a:gd name="T43" fmla="*/ 116 h 174"/>
                  <a:gd name="T44" fmla="*/ 6 w 46"/>
                  <a:gd name="T45" fmla="*/ 136 h 174"/>
                  <a:gd name="T46" fmla="*/ 32 w 46"/>
                  <a:gd name="T47" fmla="*/ 132 h 174"/>
                  <a:gd name="T48" fmla="*/ 26 w 46"/>
                  <a:gd name="T49" fmla="*/ 144 h 174"/>
                  <a:gd name="T50" fmla="*/ 6 w 46"/>
                  <a:gd name="T51" fmla="*/ 156 h 174"/>
                  <a:gd name="T52" fmla="*/ 4 w 46"/>
                  <a:gd name="T53" fmla="*/ 174 h 17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6" h="174">
                    <a:moveTo>
                      <a:pt x="4" y="174"/>
                    </a:moveTo>
                    <a:lnTo>
                      <a:pt x="40" y="158"/>
                    </a:lnTo>
                    <a:lnTo>
                      <a:pt x="46" y="138"/>
                    </a:lnTo>
                    <a:lnTo>
                      <a:pt x="42" y="26"/>
                    </a:lnTo>
                    <a:lnTo>
                      <a:pt x="32" y="10"/>
                    </a:lnTo>
                    <a:lnTo>
                      <a:pt x="4" y="0"/>
                    </a:lnTo>
                    <a:lnTo>
                      <a:pt x="4" y="20"/>
                    </a:lnTo>
                    <a:lnTo>
                      <a:pt x="22" y="26"/>
                    </a:lnTo>
                    <a:lnTo>
                      <a:pt x="0" y="40"/>
                    </a:lnTo>
                    <a:lnTo>
                      <a:pt x="24" y="32"/>
                    </a:lnTo>
                    <a:lnTo>
                      <a:pt x="24" y="46"/>
                    </a:lnTo>
                    <a:lnTo>
                      <a:pt x="0" y="58"/>
                    </a:lnTo>
                    <a:lnTo>
                      <a:pt x="28" y="54"/>
                    </a:lnTo>
                    <a:lnTo>
                      <a:pt x="2" y="74"/>
                    </a:lnTo>
                    <a:lnTo>
                      <a:pt x="28" y="66"/>
                    </a:lnTo>
                    <a:lnTo>
                      <a:pt x="30" y="78"/>
                    </a:lnTo>
                    <a:lnTo>
                      <a:pt x="2" y="90"/>
                    </a:lnTo>
                    <a:lnTo>
                      <a:pt x="30" y="84"/>
                    </a:lnTo>
                    <a:lnTo>
                      <a:pt x="2" y="106"/>
                    </a:lnTo>
                    <a:lnTo>
                      <a:pt x="30" y="98"/>
                    </a:lnTo>
                    <a:lnTo>
                      <a:pt x="6" y="120"/>
                    </a:lnTo>
                    <a:lnTo>
                      <a:pt x="30" y="116"/>
                    </a:lnTo>
                    <a:lnTo>
                      <a:pt x="6" y="136"/>
                    </a:lnTo>
                    <a:lnTo>
                      <a:pt x="32" y="132"/>
                    </a:lnTo>
                    <a:lnTo>
                      <a:pt x="26" y="144"/>
                    </a:lnTo>
                    <a:lnTo>
                      <a:pt x="6" y="156"/>
                    </a:lnTo>
                    <a:lnTo>
                      <a:pt x="4" y="17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Freeform 21"/>
              <p:cNvSpPr>
                <a:spLocks/>
              </p:cNvSpPr>
              <p:nvPr/>
            </p:nvSpPr>
            <p:spPr bwMode="ltGray">
              <a:xfrm>
                <a:off x="2768" y="626"/>
                <a:ext cx="46" cy="174"/>
              </a:xfrm>
              <a:custGeom>
                <a:avLst/>
                <a:gdLst>
                  <a:gd name="T0" fmla="*/ 4 w 46"/>
                  <a:gd name="T1" fmla="*/ 174 h 174"/>
                  <a:gd name="T2" fmla="*/ 40 w 46"/>
                  <a:gd name="T3" fmla="*/ 158 h 174"/>
                  <a:gd name="T4" fmla="*/ 46 w 46"/>
                  <a:gd name="T5" fmla="*/ 138 h 174"/>
                  <a:gd name="T6" fmla="*/ 42 w 46"/>
                  <a:gd name="T7" fmla="*/ 26 h 174"/>
                  <a:gd name="T8" fmla="*/ 32 w 46"/>
                  <a:gd name="T9" fmla="*/ 10 h 174"/>
                  <a:gd name="T10" fmla="*/ 4 w 46"/>
                  <a:gd name="T11" fmla="*/ 0 h 174"/>
                  <a:gd name="T12" fmla="*/ 4 w 46"/>
                  <a:gd name="T13" fmla="*/ 20 h 174"/>
                  <a:gd name="T14" fmla="*/ 22 w 46"/>
                  <a:gd name="T15" fmla="*/ 26 h 174"/>
                  <a:gd name="T16" fmla="*/ 0 w 46"/>
                  <a:gd name="T17" fmla="*/ 40 h 174"/>
                  <a:gd name="T18" fmla="*/ 24 w 46"/>
                  <a:gd name="T19" fmla="*/ 32 h 174"/>
                  <a:gd name="T20" fmla="*/ 24 w 46"/>
                  <a:gd name="T21" fmla="*/ 46 h 174"/>
                  <a:gd name="T22" fmla="*/ 0 w 46"/>
                  <a:gd name="T23" fmla="*/ 58 h 174"/>
                  <a:gd name="T24" fmla="*/ 28 w 46"/>
                  <a:gd name="T25" fmla="*/ 54 h 174"/>
                  <a:gd name="T26" fmla="*/ 2 w 46"/>
                  <a:gd name="T27" fmla="*/ 74 h 174"/>
                  <a:gd name="T28" fmla="*/ 28 w 46"/>
                  <a:gd name="T29" fmla="*/ 66 h 174"/>
                  <a:gd name="T30" fmla="*/ 30 w 46"/>
                  <a:gd name="T31" fmla="*/ 78 h 174"/>
                  <a:gd name="T32" fmla="*/ 2 w 46"/>
                  <a:gd name="T33" fmla="*/ 90 h 174"/>
                  <a:gd name="T34" fmla="*/ 30 w 46"/>
                  <a:gd name="T35" fmla="*/ 84 h 174"/>
                  <a:gd name="T36" fmla="*/ 2 w 46"/>
                  <a:gd name="T37" fmla="*/ 106 h 174"/>
                  <a:gd name="T38" fmla="*/ 30 w 46"/>
                  <a:gd name="T39" fmla="*/ 98 h 174"/>
                  <a:gd name="T40" fmla="*/ 6 w 46"/>
                  <a:gd name="T41" fmla="*/ 120 h 174"/>
                  <a:gd name="T42" fmla="*/ 30 w 46"/>
                  <a:gd name="T43" fmla="*/ 116 h 174"/>
                  <a:gd name="T44" fmla="*/ 6 w 46"/>
                  <a:gd name="T45" fmla="*/ 136 h 174"/>
                  <a:gd name="T46" fmla="*/ 32 w 46"/>
                  <a:gd name="T47" fmla="*/ 132 h 174"/>
                  <a:gd name="T48" fmla="*/ 26 w 46"/>
                  <a:gd name="T49" fmla="*/ 144 h 174"/>
                  <a:gd name="T50" fmla="*/ 6 w 46"/>
                  <a:gd name="T51" fmla="*/ 156 h 174"/>
                  <a:gd name="T52" fmla="*/ 4 w 46"/>
                  <a:gd name="T53" fmla="*/ 174 h 17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6" h="174">
                    <a:moveTo>
                      <a:pt x="4" y="174"/>
                    </a:moveTo>
                    <a:lnTo>
                      <a:pt x="40" y="158"/>
                    </a:lnTo>
                    <a:lnTo>
                      <a:pt x="46" y="138"/>
                    </a:lnTo>
                    <a:lnTo>
                      <a:pt x="42" y="26"/>
                    </a:lnTo>
                    <a:lnTo>
                      <a:pt x="32" y="10"/>
                    </a:lnTo>
                    <a:lnTo>
                      <a:pt x="4" y="0"/>
                    </a:lnTo>
                    <a:lnTo>
                      <a:pt x="4" y="20"/>
                    </a:lnTo>
                    <a:lnTo>
                      <a:pt x="22" y="26"/>
                    </a:lnTo>
                    <a:lnTo>
                      <a:pt x="0" y="40"/>
                    </a:lnTo>
                    <a:lnTo>
                      <a:pt x="24" y="32"/>
                    </a:lnTo>
                    <a:lnTo>
                      <a:pt x="24" y="46"/>
                    </a:lnTo>
                    <a:lnTo>
                      <a:pt x="0" y="58"/>
                    </a:lnTo>
                    <a:lnTo>
                      <a:pt x="28" y="54"/>
                    </a:lnTo>
                    <a:lnTo>
                      <a:pt x="2" y="74"/>
                    </a:lnTo>
                    <a:lnTo>
                      <a:pt x="28" y="66"/>
                    </a:lnTo>
                    <a:lnTo>
                      <a:pt x="30" y="78"/>
                    </a:lnTo>
                    <a:lnTo>
                      <a:pt x="2" y="90"/>
                    </a:lnTo>
                    <a:lnTo>
                      <a:pt x="30" y="84"/>
                    </a:lnTo>
                    <a:lnTo>
                      <a:pt x="2" y="106"/>
                    </a:lnTo>
                    <a:lnTo>
                      <a:pt x="30" y="98"/>
                    </a:lnTo>
                    <a:lnTo>
                      <a:pt x="6" y="120"/>
                    </a:lnTo>
                    <a:lnTo>
                      <a:pt x="30" y="116"/>
                    </a:lnTo>
                    <a:lnTo>
                      <a:pt x="6" y="136"/>
                    </a:lnTo>
                    <a:lnTo>
                      <a:pt x="32" y="132"/>
                    </a:lnTo>
                    <a:lnTo>
                      <a:pt x="26" y="144"/>
                    </a:lnTo>
                    <a:lnTo>
                      <a:pt x="6" y="156"/>
                    </a:lnTo>
                    <a:lnTo>
                      <a:pt x="4" y="17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Freeform 22"/>
              <p:cNvSpPr>
                <a:spLocks/>
              </p:cNvSpPr>
              <p:nvPr/>
            </p:nvSpPr>
            <p:spPr bwMode="ltGray">
              <a:xfrm>
                <a:off x="2698" y="2324"/>
                <a:ext cx="1028" cy="570"/>
              </a:xfrm>
              <a:custGeom>
                <a:avLst/>
                <a:gdLst>
                  <a:gd name="T0" fmla="*/ 574 w 1028"/>
                  <a:gd name="T1" fmla="*/ 12 h 570"/>
                  <a:gd name="T2" fmla="*/ 602 w 1028"/>
                  <a:gd name="T3" fmla="*/ 6 h 570"/>
                  <a:gd name="T4" fmla="*/ 426 w 1028"/>
                  <a:gd name="T5" fmla="*/ 20 h 570"/>
                  <a:gd name="T6" fmla="*/ 570 w 1028"/>
                  <a:gd name="T7" fmla="*/ 36 h 570"/>
                  <a:gd name="T8" fmla="*/ 596 w 1028"/>
                  <a:gd name="T9" fmla="*/ 36 h 570"/>
                  <a:gd name="T10" fmla="*/ 434 w 1028"/>
                  <a:gd name="T11" fmla="*/ 48 h 570"/>
                  <a:gd name="T12" fmla="*/ 584 w 1028"/>
                  <a:gd name="T13" fmla="*/ 64 h 570"/>
                  <a:gd name="T14" fmla="*/ 602 w 1028"/>
                  <a:gd name="T15" fmla="*/ 80 h 570"/>
                  <a:gd name="T16" fmla="*/ 584 w 1028"/>
                  <a:gd name="T17" fmla="*/ 96 h 570"/>
                  <a:gd name="T18" fmla="*/ 594 w 1028"/>
                  <a:gd name="T19" fmla="*/ 110 h 570"/>
                  <a:gd name="T20" fmla="*/ 742 w 1028"/>
                  <a:gd name="T21" fmla="*/ 178 h 570"/>
                  <a:gd name="T22" fmla="*/ 834 w 1028"/>
                  <a:gd name="T23" fmla="*/ 174 h 570"/>
                  <a:gd name="T24" fmla="*/ 888 w 1028"/>
                  <a:gd name="T25" fmla="*/ 168 h 570"/>
                  <a:gd name="T26" fmla="*/ 882 w 1028"/>
                  <a:gd name="T27" fmla="*/ 192 h 570"/>
                  <a:gd name="T28" fmla="*/ 932 w 1028"/>
                  <a:gd name="T29" fmla="*/ 204 h 570"/>
                  <a:gd name="T30" fmla="*/ 1018 w 1028"/>
                  <a:gd name="T31" fmla="*/ 172 h 570"/>
                  <a:gd name="T32" fmla="*/ 1006 w 1028"/>
                  <a:gd name="T33" fmla="*/ 196 h 570"/>
                  <a:gd name="T34" fmla="*/ 996 w 1028"/>
                  <a:gd name="T35" fmla="*/ 228 h 570"/>
                  <a:gd name="T36" fmla="*/ 1010 w 1028"/>
                  <a:gd name="T37" fmla="*/ 242 h 570"/>
                  <a:gd name="T38" fmla="*/ 1004 w 1028"/>
                  <a:gd name="T39" fmla="*/ 264 h 570"/>
                  <a:gd name="T40" fmla="*/ 976 w 1028"/>
                  <a:gd name="T41" fmla="*/ 298 h 570"/>
                  <a:gd name="T42" fmla="*/ 968 w 1028"/>
                  <a:gd name="T43" fmla="*/ 316 h 570"/>
                  <a:gd name="T44" fmla="*/ 948 w 1028"/>
                  <a:gd name="T45" fmla="*/ 334 h 570"/>
                  <a:gd name="T46" fmla="*/ 908 w 1028"/>
                  <a:gd name="T47" fmla="*/ 348 h 570"/>
                  <a:gd name="T48" fmla="*/ 924 w 1028"/>
                  <a:gd name="T49" fmla="*/ 410 h 570"/>
                  <a:gd name="T50" fmla="*/ 906 w 1028"/>
                  <a:gd name="T51" fmla="*/ 412 h 570"/>
                  <a:gd name="T52" fmla="*/ 916 w 1028"/>
                  <a:gd name="T53" fmla="*/ 434 h 570"/>
                  <a:gd name="T54" fmla="*/ 890 w 1028"/>
                  <a:gd name="T55" fmla="*/ 420 h 570"/>
                  <a:gd name="T56" fmla="*/ 886 w 1028"/>
                  <a:gd name="T57" fmla="*/ 406 h 570"/>
                  <a:gd name="T58" fmla="*/ 850 w 1028"/>
                  <a:gd name="T59" fmla="*/ 372 h 570"/>
                  <a:gd name="T60" fmla="*/ 756 w 1028"/>
                  <a:gd name="T61" fmla="*/ 388 h 570"/>
                  <a:gd name="T62" fmla="*/ 734 w 1028"/>
                  <a:gd name="T63" fmla="*/ 408 h 570"/>
                  <a:gd name="T64" fmla="*/ 654 w 1028"/>
                  <a:gd name="T65" fmla="*/ 414 h 570"/>
                  <a:gd name="T66" fmla="*/ 694 w 1028"/>
                  <a:gd name="T67" fmla="*/ 456 h 570"/>
                  <a:gd name="T68" fmla="*/ 640 w 1028"/>
                  <a:gd name="T69" fmla="*/ 438 h 570"/>
                  <a:gd name="T70" fmla="*/ 592 w 1028"/>
                  <a:gd name="T71" fmla="*/ 442 h 570"/>
                  <a:gd name="T72" fmla="*/ 540 w 1028"/>
                  <a:gd name="T73" fmla="*/ 444 h 570"/>
                  <a:gd name="T74" fmla="*/ 498 w 1028"/>
                  <a:gd name="T75" fmla="*/ 486 h 570"/>
                  <a:gd name="T76" fmla="*/ 462 w 1028"/>
                  <a:gd name="T77" fmla="*/ 502 h 570"/>
                  <a:gd name="T78" fmla="*/ 480 w 1028"/>
                  <a:gd name="T79" fmla="*/ 532 h 570"/>
                  <a:gd name="T80" fmla="*/ 464 w 1028"/>
                  <a:gd name="T81" fmla="*/ 570 h 570"/>
                  <a:gd name="T82" fmla="*/ 138 w 1028"/>
                  <a:gd name="T83" fmla="*/ 0 h 57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028" h="570">
                    <a:moveTo>
                      <a:pt x="408" y="8"/>
                    </a:moveTo>
                    <a:lnTo>
                      <a:pt x="574" y="12"/>
                    </a:lnTo>
                    <a:lnTo>
                      <a:pt x="592" y="0"/>
                    </a:lnTo>
                    <a:lnTo>
                      <a:pt x="602" y="6"/>
                    </a:lnTo>
                    <a:lnTo>
                      <a:pt x="576" y="20"/>
                    </a:lnTo>
                    <a:lnTo>
                      <a:pt x="426" y="20"/>
                    </a:lnTo>
                    <a:lnTo>
                      <a:pt x="430" y="38"/>
                    </a:lnTo>
                    <a:lnTo>
                      <a:pt x="570" y="36"/>
                    </a:lnTo>
                    <a:lnTo>
                      <a:pt x="596" y="24"/>
                    </a:lnTo>
                    <a:lnTo>
                      <a:pt x="596" y="36"/>
                    </a:lnTo>
                    <a:lnTo>
                      <a:pt x="570" y="48"/>
                    </a:lnTo>
                    <a:lnTo>
                      <a:pt x="434" y="48"/>
                    </a:lnTo>
                    <a:lnTo>
                      <a:pt x="452" y="64"/>
                    </a:lnTo>
                    <a:lnTo>
                      <a:pt x="584" y="64"/>
                    </a:lnTo>
                    <a:lnTo>
                      <a:pt x="592" y="74"/>
                    </a:lnTo>
                    <a:lnTo>
                      <a:pt x="602" y="80"/>
                    </a:lnTo>
                    <a:lnTo>
                      <a:pt x="610" y="96"/>
                    </a:lnTo>
                    <a:lnTo>
                      <a:pt x="584" y="96"/>
                    </a:lnTo>
                    <a:lnTo>
                      <a:pt x="580" y="108"/>
                    </a:lnTo>
                    <a:lnTo>
                      <a:pt x="594" y="110"/>
                    </a:lnTo>
                    <a:lnTo>
                      <a:pt x="594" y="130"/>
                    </a:lnTo>
                    <a:lnTo>
                      <a:pt x="742" y="178"/>
                    </a:lnTo>
                    <a:lnTo>
                      <a:pt x="792" y="182"/>
                    </a:lnTo>
                    <a:lnTo>
                      <a:pt x="834" y="174"/>
                    </a:lnTo>
                    <a:lnTo>
                      <a:pt x="882" y="158"/>
                    </a:lnTo>
                    <a:lnTo>
                      <a:pt x="888" y="168"/>
                    </a:lnTo>
                    <a:lnTo>
                      <a:pt x="874" y="176"/>
                    </a:lnTo>
                    <a:lnTo>
                      <a:pt x="882" y="192"/>
                    </a:lnTo>
                    <a:lnTo>
                      <a:pt x="878" y="206"/>
                    </a:lnTo>
                    <a:lnTo>
                      <a:pt x="932" y="204"/>
                    </a:lnTo>
                    <a:lnTo>
                      <a:pt x="982" y="190"/>
                    </a:lnTo>
                    <a:lnTo>
                      <a:pt x="1018" y="172"/>
                    </a:lnTo>
                    <a:lnTo>
                      <a:pt x="1028" y="182"/>
                    </a:lnTo>
                    <a:lnTo>
                      <a:pt x="1006" y="196"/>
                    </a:lnTo>
                    <a:lnTo>
                      <a:pt x="1012" y="206"/>
                    </a:lnTo>
                    <a:lnTo>
                      <a:pt x="996" y="228"/>
                    </a:lnTo>
                    <a:lnTo>
                      <a:pt x="1020" y="220"/>
                    </a:lnTo>
                    <a:lnTo>
                      <a:pt x="1010" y="242"/>
                    </a:lnTo>
                    <a:lnTo>
                      <a:pt x="1016" y="252"/>
                    </a:lnTo>
                    <a:lnTo>
                      <a:pt x="1004" y="264"/>
                    </a:lnTo>
                    <a:lnTo>
                      <a:pt x="966" y="282"/>
                    </a:lnTo>
                    <a:lnTo>
                      <a:pt x="976" y="298"/>
                    </a:lnTo>
                    <a:lnTo>
                      <a:pt x="994" y="298"/>
                    </a:lnTo>
                    <a:lnTo>
                      <a:pt x="968" y="316"/>
                    </a:lnTo>
                    <a:lnTo>
                      <a:pt x="962" y="332"/>
                    </a:lnTo>
                    <a:lnTo>
                      <a:pt x="948" y="334"/>
                    </a:lnTo>
                    <a:lnTo>
                      <a:pt x="934" y="326"/>
                    </a:lnTo>
                    <a:lnTo>
                      <a:pt x="908" y="348"/>
                    </a:lnTo>
                    <a:lnTo>
                      <a:pt x="920" y="372"/>
                    </a:lnTo>
                    <a:lnTo>
                      <a:pt x="924" y="410"/>
                    </a:lnTo>
                    <a:lnTo>
                      <a:pt x="906" y="398"/>
                    </a:lnTo>
                    <a:lnTo>
                      <a:pt x="906" y="412"/>
                    </a:lnTo>
                    <a:lnTo>
                      <a:pt x="918" y="422"/>
                    </a:lnTo>
                    <a:lnTo>
                      <a:pt x="916" y="434"/>
                    </a:lnTo>
                    <a:lnTo>
                      <a:pt x="892" y="434"/>
                    </a:lnTo>
                    <a:lnTo>
                      <a:pt x="890" y="420"/>
                    </a:lnTo>
                    <a:lnTo>
                      <a:pt x="900" y="400"/>
                    </a:lnTo>
                    <a:lnTo>
                      <a:pt x="886" y="406"/>
                    </a:lnTo>
                    <a:lnTo>
                      <a:pt x="892" y="358"/>
                    </a:lnTo>
                    <a:lnTo>
                      <a:pt x="850" y="372"/>
                    </a:lnTo>
                    <a:lnTo>
                      <a:pt x="804" y="384"/>
                    </a:lnTo>
                    <a:lnTo>
                      <a:pt x="756" y="388"/>
                    </a:lnTo>
                    <a:lnTo>
                      <a:pt x="754" y="412"/>
                    </a:lnTo>
                    <a:lnTo>
                      <a:pt x="734" y="408"/>
                    </a:lnTo>
                    <a:lnTo>
                      <a:pt x="696" y="390"/>
                    </a:lnTo>
                    <a:lnTo>
                      <a:pt x="654" y="414"/>
                    </a:lnTo>
                    <a:lnTo>
                      <a:pt x="698" y="438"/>
                    </a:lnTo>
                    <a:lnTo>
                      <a:pt x="694" y="456"/>
                    </a:lnTo>
                    <a:lnTo>
                      <a:pt x="684" y="462"/>
                    </a:lnTo>
                    <a:lnTo>
                      <a:pt x="640" y="438"/>
                    </a:lnTo>
                    <a:lnTo>
                      <a:pt x="620" y="468"/>
                    </a:lnTo>
                    <a:lnTo>
                      <a:pt x="592" y="442"/>
                    </a:lnTo>
                    <a:lnTo>
                      <a:pt x="574" y="468"/>
                    </a:lnTo>
                    <a:lnTo>
                      <a:pt x="540" y="444"/>
                    </a:lnTo>
                    <a:lnTo>
                      <a:pt x="520" y="476"/>
                    </a:lnTo>
                    <a:lnTo>
                      <a:pt x="498" y="486"/>
                    </a:lnTo>
                    <a:lnTo>
                      <a:pt x="466" y="482"/>
                    </a:lnTo>
                    <a:lnTo>
                      <a:pt x="462" y="502"/>
                    </a:lnTo>
                    <a:lnTo>
                      <a:pt x="486" y="514"/>
                    </a:lnTo>
                    <a:lnTo>
                      <a:pt x="480" y="532"/>
                    </a:lnTo>
                    <a:lnTo>
                      <a:pt x="460" y="540"/>
                    </a:lnTo>
                    <a:lnTo>
                      <a:pt x="464" y="570"/>
                    </a:lnTo>
                    <a:lnTo>
                      <a:pt x="0" y="562"/>
                    </a:lnTo>
                    <a:lnTo>
                      <a:pt x="138" y="0"/>
                    </a:lnTo>
                    <a:lnTo>
                      <a:pt x="408" y="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Freeform 23"/>
              <p:cNvSpPr>
                <a:spLocks/>
              </p:cNvSpPr>
              <p:nvPr/>
            </p:nvSpPr>
            <p:spPr bwMode="ltGray">
              <a:xfrm>
                <a:off x="3136" y="2336"/>
                <a:ext cx="142" cy="90"/>
              </a:xfrm>
              <a:custGeom>
                <a:avLst/>
                <a:gdLst>
                  <a:gd name="T0" fmla="*/ 0 w 142"/>
                  <a:gd name="T1" fmla="*/ 90 h 90"/>
                  <a:gd name="T2" fmla="*/ 2 w 142"/>
                  <a:gd name="T3" fmla="*/ 4 h 90"/>
                  <a:gd name="T4" fmla="*/ 14 w 142"/>
                  <a:gd name="T5" fmla="*/ 2 h 90"/>
                  <a:gd name="T6" fmla="*/ 12 w 142"/>
                  <a:gd name="T7" fmla="*/ 74 h 90"/>
                  <a:gd name="T8" fmla="*/ 40 w 142"/>
                  <a:gd name="T9" fmla="*/ 68 h 90"/>
                  <a:gd name="T10" fmla="*/ 34 w 142"/>
                  <a:gd name="T11" fmla="*/ 2 h 90"/>
                  <a:gd name="T12" fmla="*/ 50 w 142"/>
                  <a:gd name="T13" fmla="*/ 4 h 90"/>
                  <a:gd name="T14" fmla="*/ 52 w 142"/>
                  <a:gd name="T15" fmla="*/ 70 h 90"/>
                  <a:gd name="T16" fmla="*/ 90 w 142"/>
                  <a:gd name="T17" fmla="*/ 28 h 90"/>
                  <a:gd name="T18" fmla="*/ 104 w 142"/>
                  <a:gd name="T19" fmla="*/ 28 h 90"/>
                  <a:gd name="T20" fmla="*/ 72 w 142"/>
                  <a:gd name="T21" fmla="*/ 64 h 90"/>
                  <a:gd name="T22" fmla="*/ 102 w 142"/>
                  <a:gd name="T23" fmla="*/ 62 h 90"/>
                  <a:gd name="T24" fmla="*/ 92 w 142"/>
                  <a:gd name="T25" fmla="*/ 0 h 90"/>
                  <a:gd name="T26" fmla="*/ 106 w 142"/>
                  <a:gd name="T27" fmla="*/ 2 h 90"/>
                  <a:gd name="T28" fmla="*/ 112 w 142"/>
                  <a:gd name="T29" fmla="*/ 60 h 90"/>
                  <a:gd name="T30" fmla="*/ 128 w 142"/>
                  <a:gd name="T31" fmla="*/ 62 h 90"/>
                  <a:gd name="T32" fmla="*/ 124 w 142"/>
                  <a:gd name="T33" fmla="*/ 16 h 90"/>
                  <a:gd name="T34" fmla="*/ 114 w 142"/>
                  <a:gd name="T35" fmla="*/ 28 h 90"/>
                  <a:gd name="T36" fmla="*/ 120 w 142"/>
                  <a:gd name="T37" fmla="*/ 4 h 90"/>
                  <a:gd name="T38" fmla="*/ 136 w 142"/>
                  <a:gd name="T39" fmla="*/ 0 h 90"/>
                  <a:gd name="T40" fmla="*/ 142 w 142"/>
                  <a:gd name="T41" fmla="*/ 60 h 90"/>
                  <a:gd name="T42" fmla="*/ 116 w 142"/>
                  <a:gd name="T43" fmla="*/ 78 h 90"/>
                  <a:gd name="T44" fmla="*/ 0 w 142"/>
                  <a:gd name="T45" fmla="*/ 90 h 9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42" h="90">
                    <a:moveTo>
                      <a:pt x="0" y="90"/>
                    </a:moveTo>
                    <a:lnTo>
                      <a:pt x="2" y="4"/>
                    </a:lnTo>
                    <a:lnTo>
                      <a:pt x="14" y="2"/>
                    </a:lnTo>
                    <a:lnTo>
                      <a:pt x="12" y="74"/>
                    </a:lnTo>
                    <a:lnTo>
                      <a:pt x="40" y="68"/>
                    </a:lnTo>
                    <a:lnTo>
                      <a:pt x="34" y="2"/>
                    </a:lnTo>
                    <a:lnTo>
                      <a:pt x="50" y="4"/>
                    </a:lnTo>
                    <a:lnTo>
                      <a:pt x="52" y="70"/>
                    </a:lnTo>
                    <a:lnTo>
                      <a:pt x="90" y="28"/>
                    </a:lnTo>
                    <a:lnTo>
                      <a:pt x="104" y="28"/>
                    </a:lnTo>
                    <a:lnTo>
                      <a:pt x="72" y="64"/>
                    </a:lnTo>
                    <a:lnTo>
                      <a:pt x="102" y="62"/>
                    </a:lnTo>
                    <a:lnTo>
                      <a:pt x="92" y="0"/>
                    </a:lnTo>
                    <a:lnTo>
                      <a:pt x="106" y="2"/>
                    </a:lnTo>
                    <a:lnTo>
                      <a:pt x="112" y="60"/>
                    </a:lnTo>
                    <a:lnTo>
                      <a:pt x="128" y="62"/>
                    </a:lnTo>
                    <a:lnTo>
                      <a:pt x="124" y="16"/>
                    </a:lnTo>
                    <a:lnTo>
                      <a:pt x="114" y="28"/>
                    </a:lnTo>
                    <a:lnTo>
                      <a:pt x="120" y="4"/>
                    </a:lnTo>
                    <a:lnTo>
                      <a:pt x="136" y="0"/>
                    </a:lnTo>
                    <a:lnTo>
                      <a:pt x="142" y="60"/>
                    </a:lnTo>
                    <a:lnTo>
                      <a:pt x="116" y="78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Freeform 24"/>
              <p:cNvSpPr>
                <a:spLocks/>
              </p:cNvSpPr>
              <p:nvPr/>
            </p:nvSpPr>
            <p:spPr bwMode="ltGray">
              <a:xfrm>
                <a:off x="1878" y="2312"/>
                <a:ext cx="990" cy="588"/>
              </a:xfrm>
              <a:custGeom>
                <a:avLst/>
                <a:gdLst>
                  <a:gd name="T0" fmla="*/ 990 w 990"/>
                  <a:gd name="T1" fmla="*/ 0 h 588"/>
                  <a:gd name="T2" fmla="*/ 534 w 990"/>
                  <a:gd name="T3" fmla="*/ 38 h 588"/>
                  <a:gd name="T4" fmla="*/ 506 w 990"/>
                  <a:gd name="T5" fmla="*/ 62 h 588"/>
                  <a:gd name="T6" fmla="*/ 548 w 990"/>
                  <a:gd name="T7" fmla="*/ 58 h 588"/>
                  <a:gd name="T8" fmla="*/ 508 w 990"/>
                  <a:gd name="T9" fmla="*/ 86 h 588"/>
                  <a:gd name="T10" fmla="*/ 552 w 990"/>
                  <a:gd name="T11" fmla="*/ 86 h 588"/>
                  <a:gd name="T12" fmla="*/ 482 w 990"/>
                  <a:gd name="T13" fmla="*/ 112 h 588"/>
                  <a:gd name="T14" fmla="*/ 414 w 990"/>
                  <a:gd name="T15" fmla="*/ 90 h 588"/>
                  <a:gd name="T16" fmla="*/ 410 w 990"/>
                  <a:gd name="T17" fmla="*/ 102 h 588"/>
                  <a:gd name="T18" fmla="*/ 410 w 990"/>
                  <a:gd name="T19" fmla="*/ 116 h 588"/>
                  <a:gd name="T20" fmla="*/ 384 w 990"/>
                  <a:gd name="T21" fmla="*/ 122 h 588"/>
                  <a:gd name="T22" fmla="*/ 472 w 990"/>
                  <a:gd name="T23" fmla="*/ 98 h 588"/>
                  <a:gd name="T24" fmla="*/ 406 w 990"/>
                  <a:gd name="T25" fmla="*/ 144 h 588"/>
                  <a:gd name="T26" fmla="*/ 390 w 990"/>
                  <a:gd name="T27" fmla="*/ 160 h 588"/>
                  <a:gd name="T28" fmla="*/ 396 w 990"/>
                  <a:gd name="T29" fmla="*/ 200 h 588"/>
                  <a:gd name="T30" fmla="*/ 374 w 990"/>
                  <a:gd name="T31" fmla="*/ 182 h 588"/>
                  <a:gd name="T32" fmla="*/ 364 w 990"/>
                  <a:gd name="T33" fmla="*/ 216 h 588"/>
                  <a:gd name="T34" fmla="*/ 322 w 990"/>
                  <a:gd name="T35" fmla="*/ 234 h 588"/>
                  <a:gd name="T36" fmla="*/ 290 w 990"/>
                  <a:gd name="T37" fmla="*/ 196 h 588"/>
                  <a:gd name="T38" fmla="*/ 280 w 990"/>
                  <a:gd name="T39" fmla="*/ 216 h 588"/>
                  <a:gd name="T40" fmla="*/ 270 w 990"/>
                  <a:gd name="T41" fmla="*/ 252 h 588"/>
                  <a:gd name="T42" fmla="*/ 184 w 990"/>
                  <a:gd name="T43" fmla="*/ 280 h 588"/>
                  <a:gd name="T44" fmla="*/ 130 w 990"/>
                  <a:gd name="T45" fmla="*/ 258 h 588"/>
                  <a:gd name="T46" fmla="*/ 144 w 990"/>
                  <a:gd name="T47" fmla="*/ 288 h 588"/>
                  <a:gd name="T48" fmla="*/ 66 w 990"/>
                  <a:gd name="T49" fmla="*/ 308 h 588"/>
                  <a:gd name="T50" fmla="*/ 18 w 990"/>
                  <a:gd name="T51" fmla="*/ 286 h 588"/>
                  <a:gd name="T52" fmla="*/ 24 w 990"/>
                  <a:gd name="T53" fmla="*/ 310 h 588"/>
                  <a:gd name="T54" fmla="*/ 18 w 990"/>
                  <a:gd name="T55" fmla="*/ 342 h 588"/>
                  <a:gd name="T56" fmla="*/ 0 w 990"/>
                  <a:gd name="T57" fmla="*/ 348 h 588"/>
                  <a:gd name="T58" fmla="*/ 52 w 990"/>
                  <a:gd name="T59" fmla="*/ 374 h 588"/>
                  <a:gd name="T60" fmla="*/ 60 w 990"/>
                  <a:gd name="T61" fmla="*/ 394 h 588"/>
                  <a:gd name="T62" fmla="*/ 36 w 990"/>
                  <a:gd name="T63" fmla="*/ 406 h 588"/>
                  <a:gd name="T64" fmla="*/ 76 w 990"/>
                  <a:gd name="T65" fmla="*/ 426 h 588"/>
                  <a:gd name="T66" fmla="*/ 104 w 990"/>
                  <a:gd name="T67" fmla="*/ 440 h 588"/>
                  <a:gd name="T68" fmla="*/ 94 w 990"/>
                  <a:gd name="T69" fmla="*/ 488 h 588"/>
                  <a:gd name="T70" fmla="*/ 110 w 990"/>
                  <a:gd name="T71" fmla="*/ 498 h 588"/>
                  <a:gd name="T72" fmla="*/ 118 w 990"/>
                  <a:gd name="T73" fmla="*/ 518 h 588"/>
                  <a:gd name="T74" fmla="*/ 116 w 990"/>
                  <a:gd name="T75" fmla="*/ 476 h 588"/>
                  <a:gd name="T76" fmla="*/ 130 w 990"/>
                  <a:gd name="T77" fmla="*/ 448 h 588"/>
                  <a:gd name="T78" fmla="*/ 180 w 990"/>
                  <a:gd name="T79" fmla="*/ 426 h 588"/>
                  <a:gd name="T80" fmla="*/ 212 w 990"/>
                  <a:gd name="T81" fmla="*/ 440 h 588"/>
                  <a:gd name="T82" fmla="*/ 222 w 990"/>
                  <a:gd name="T83" fmla="*/ 424 h 588"/>
                  <a:gd name="T84" fmla="*/ 246 w 990"/>
                  <a:gd name="T85" fmla="*/ 442 h 588"/>
                  <a:gd name="T86" fmla="*/ 260 w 990"/>
                  <a:gd name="T87" fmla="*/ 434 h 588"/>
                  <a:gd name="T88" fmla="*/ 244 w 990"/>
                  <a:gd name="T89" fmla="*/ 462 h 588"/>
                  <a:gd name="T90" fmla="*/ 350 w 990"/>
                  <a:gd name="T91" fmla="*/ 444 h 588"/>
                  <a:gd name="T92" fmla="*/ 344 w 990"/>
                  <a:gd name="T93" fmla="*/ 472 h 588"/>
                  <a:gd name="T94" fmla="*/ 330 w 990"/>
                  <a:gd name="T95" fmla="*/ 528 h 588"/>
                  <a:gd name="T96" fmla="*/ 414 w 990"/>
                  <a:gd name="T97" fmla="*/ 474 h 588"/>
                  <a:gd name="T98" fmla="*/ 480 w 990"/>
                  <a:gd name="T99" fmla="*/ 502 h 588"/>
                  <a:gd name="T100" fmla="*/ 526 w 990"/>
                  <a:gd name="T101" fmla="*/ 528 h 588"/>
                  <a:gd name="T102" fmla="*/ 494 w 990"/>
                  <a:gd name="T103" fmla="*/ 556 h 588"/>
                  <a:gd name="T104" fmla="*/ 528 w 990"/>
                  <a:gd name="T105" fmla="*/ 588 h 588"/>
                  <a:gd name="T106" fmla="*/ 844 w 990"/>
                  <a:gd name="T107" fmla="*/ 532 h 58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990" h="588">
                    <a:moveTo>
                      <a:pt x="844" y="532"/>
                    </a:moveTo>
                    <a:lnTo>
                      <a:pt x="990" y="0"/>
                    </a:lnTo>
                    <a:lnTo>
                      <a:pt x="554" y="10"/>
                    </a:lnTo>
                    <a:lnTo>
                      <a:pt x="534" y="38"/>
                    </a:lnTo>
                    <a:lnTo>
                      <a:pt x="506" y="50"/>
                    </a:lnTo>
                    <a:lnTo>
                      <a:pt x="506" y="62"/>
                    </a:lnTo>
                    <a:lnTo>
                      <a:pt x="550" y="38"/>
                    </a:lnTo>
                    <a:lnTo>
                      <a:pt x="548" y="58"/>
                    </a:lnTo>
                    <a:lnTo>
                      <a:pt x="506" y="74"/>
                    </a:lnTo>
                    <a:lnTo>
                      <a:pt x="508" y="86"/>
                    </a:lnTo>
                    <a:lnTo>
                      <a:pt x="550" y="64"/>
                    </a:lnTo>
                    <a:lnTo>
                      <a:pt x="552" y="86"/>
                    </a:lnTo>
                    <a:lnTo>
                      <a:pt x="506" y="104"/>
                    </a:lnTo>
                    <a:lnTo>
                      <a:pt x="482" y="112"/>
                    </a:lnTo>
                    <a:lnTo>
                      <a:pt x="480" y="72"/>
                    </a:lnTo>
                    <a:lnTo>
                      <a:pt x="414" y="90"/>
                    </a:lnTo>
                    <a:lnTo>
                      <a:pt x="394" y="84"/>
                    </a:lnTo>
                    <a:lnTo>
                      <a:pt x="410" y="102"/>
                    </a:lnTo>
                    <a:lnTo>
                      <a:pt x="472" y="84"/>
                    </a:lnTo>
                    <a:lnTo>
                      <a:pt x="410" y="116"/>
                    </a:lnTo>
                    <a:lnTo>
                      <a:pt x="390" y="110"/>
                    </a:lnTo>
                    <a:lnTo>
                      <a:pt x="384" y="122"/>
                    </a:lnTo>
                    <a:lnTo>
                      <a:pt x="404" y="128"/>
                    </a:lnTo>
                    <a:lnTo>
                      <a:pt x="472" y="98"/>
                    </a:lnTo>
                    <a:lnTo>
                      <a:pt x="472" y="122"/>
                    </a:lnTo>
                    <a:lnTo>
                      <a:pt x="406" y="144"/>
                    </a:lnTo>
                    <a:lnTo>
                      <a:pt x="402" y="160"/>
                    </a:lnTo>
                    <a:lnTo>
                      <a:pt x="390" y="160"/>
                    </a:lnTo>
                    <a:lnTo>
                      <a:pt x="402" y="172"/>
                    </a:lnTo>
                    <a:lnTo>
                      <a:pt x="396" y="200"/>
                    </a:lnTo>
                    <a:lnTo>
                      <a:pt x="382" y="202"/>
                    </a:lnTo>
                    <a:lnTo>
                      <a:pt x="374" y="182"/>
                    </a:lnTo>
                    <a:lnTo>
                      <a:pt x="364" y="190"/>
                    </a:lnTo>
                    <a:lnTo>
                      <a:pt x="364" y="216"/>
                    </a:lnTo>
                    <a:lnTo>
                      <a:pt x="352" y="226"/>
                    </a:lnTo>
                    <a:lnTo>
                      <a:pt x="322" y="234"/>
                    </a:lnTo>
                    <a:lnTo>
                      <a:pt x="300" y="218"/>
                    </a:lnTo>
                    <a:lnTo>
                      <a:pt x="290" y="196"/>
                    </a:lnTo>
                    <a:lnTo>
                      <a:pt x="276" y="198"/>
                    </a:lnTo>
                    <a:lnTo>
                      <a:pt x="280" y="216"/>
                    </a:lnTo>
                    <a:lnTo>
                      <a:pt x="268" y="238"/>
                    </a:lnTo>
                    <a:lnTo>
                      <a:pt x="270" y="252"/>
                    </a:lnTo>
                    <a:lnTo>
                      <a:pt x="222" y="278"/>
                    </a:lnTo>
                    <a:lnTo>
                      <a:pt x="184" y="280"/>
                    </a:lnTo>
                    <a:lnTo>
                      <a:pt x="156" y="274"/>
                    </a:lnTo>
                    <a:lnTo>
                      <a:pt x="130" y="258"/>
                    </a:lnTo>
                    <a:lnTo>
                      <a:pt x="120" y="268"/>
                    </a:lnTo>
                    <a:lnTo>
                      <a:pt x="144" y="288"/>
                    </a:lnTo>
                    <a:lnTo>
                      <a:pt x="112" y="304"/>
                    </a:lnTo>
                    <a:lnTo>
                      <a:pt x="66" y="308"/>
                    </a:lnTo>
                    <a:lnTo>
                      <a:pt x="34" y="298"/>
                    </a:lnTo>
                    <a:lnTo>
                      <a:pt x="18" y="286"/>
                    </a:lnTo>
                    <a:lnTo>
                      <a:pt x="8" y="296"/>
                    </a:lnTo>
                    <a:lnTo>
                      <a:pt x="24" y="310"/>
                    </a:lnTo>
                    <a:lnTo>
                      <a:pt x="26" y="332"/>
                    </a:lnTo>
                    <a:lnTo>
                      <a:pt x="18" y="342"/>
                    </a:lnTo>
                    <a:lnTo>
                      <a:pt x="6" y="334"/>
                    </a:lnTo>
                    <a:lnTo>
                      <a:pt x="0" y="348"/>
                    </a:lnTo>
                    <a:lnTo>
                      <a:pt x="20" y="364"/>
                    </a:lnTo>
                    <a:lnTo>
                      <a:pt x="52" y="374"/>
                    </a:lnTo>
                    <a:lnTo>
                      <a:pt x="66" y="382"/>
                    </a:lnTo>
                    <a:lnTo>
                      <a:pt x="60" y="394"/>
                    </a:lnTo>
                    <a:lnTo>
                      <a:pt x="38" y="392"/>
                    </a:lnTo>
                    <a:lnTo>
                      <a:pt x="36" y="406"/>
                    </a:lnTo>
                    <a:lnTo>
                      <a:pt x="62" y="410"/>
                    </a:lnTo>
                    <a:lnTo>
                      <a:pt x="76" y="426"/>
                    </a:lnTo>
                    <a:lnTo>
                      <a:pt x="104" y="422"/>
                    </a:lnTo>
                    <a:lnTo>
                      <a:pt x="104" y="440"/>
                    </a:lnTo>
                    <a:lnTo>
                      <a:pt x="94" y="460"/>
                    </a:lnTo>
                    <a:lnTo>
                      <a:pt x="94" y="488"/>
                    </a:lnTo>
                    <a:lnTo>
                      <a:pt x="110" y="482"/>
                    </a:lnTo>
                    <a:lnTo>
                      <a:pt x="110" y="498"/>
                    </a:lnTo>
                    <a:lnTo>
                      <a:pt x="96" y="514"/>
                    </a:lnTo>
                    <a:lnTo>
                      <a:pt x="118" y="518"/>
                    </a:lnTo>
                    <a:lnTo>
                      <a:pt x="124" y="506"/>
                    </a:lnTo>
                    <a:lnTo>
                      <a:pt x="116" y="476"/>
                    </a:lnTo>
                    <a:lnTo>
                      <a:pt x="134" y="486"/>
                    </a:lnTo>
                    <a:lnTo>
                      <a:pt x="130" y="448"/>
                    </a:lnTo>
                    <a:lnTo>
                      <a:pt x="118" y="432"/>
                    </a:lnTo>
                    <a:lnTo>
                      <a:pt x="180" y="426"/>
                    </a:lnTo>
                    <a:lnTo>
                      <a:pt x="188" y="442"/>
                    </a:lnTo>
                    <a:lnTo>
                      <a:pt x="212" y="440"/>
                    </a:lnTo>
                    <a:lnTo>
                      <a:pt x="208" y="422"/>
                    </a:lnTo>
                    <a:lnTo>
                      <a:pt x="222" y="424"/>
                    </a:lnTo>
                    <a:lnTo>
                      <a:pt x="228" y="442"/>
                    </a:lnTo>
                    <a:lnTo>
                      <a:pt x="246" y="442"/>
                    </a:lnTo>
                    <a:lnTo>
                      <a:pt x="244" y="426"/>
                    </a:lnTo>
                    <a:lnTo>
                      <a:pt x="260" y="434"/>
                    </a:lnTo>
                    <a:lnTo>
                      <a:pt x="288" y="428"/>
                    </a:lnTo>
                    <a:lnTo>
                      <a:pt x="244" y="462"/>
                    </a:lnTo>
                    <a:lnTo>
                      <a:pt x="266" y="492"/>
                    </a:lnTo>
                    <a:lnTo>
                      <a:pt x="350" y="444"/>
                    </a:lnTo>
                    <a:lnTo>
                      <a:pt x="368" y="452"/>
                    </a:lnTo>
                    <a:lnTo>
                      <a:pt x="344" y="472"/>
                    </a:lnTo>
                    <a:lnTo>
                      <a:pt x="300" y="502"/>
                    </a:lnTo>
                    <a:lnTo>
                      <a:pt x="330" y="528"/>
                    </a:lnTo>
                    <a:lnTo>
                      <a:pt x="370" y="502"/>
                    </a:lnTo>
                    <a:lnTo>
                      <a:pt x="414" y="474"/>
                    </a:lnTo>
                    <a:lnTo>
                      <a:pt x="426" y="508"/>
                    </a:lnTo>
                    <a:lnTo>
                      <a:pt x="480" y="502"/>
                    </a:lnTo>
                    <a:lnTo>
                      <a:pt x="476" y="524"/>
                    </a:lnTo>
                    <a:lnTo>
                      <a:pt x="526" y="528"/>
                    </a:lnTo>
                    <a:lnTo>
                      <a:pt x="516" y="542"/>
                    </a:lnTo>
                    <a:lnTo>
                      <a:pt x="494" y="556"/>
                    </a:lnTo>
                    <a:lnTo>
                      <a:pt x="512" y="582"/>
                    </a:lnTo>
                    <a:lnTo>
                      <a:pt x="528" y="588"/>
                    </a:lnTo>
                    <a:lnTo>
                      <a:pt x="836" y="568"/>
                    </a:lnTo>
                    <a:lnTo>
                      <a:pt x="844" y="53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Freeform 25"/>
              <p:cNvSpPr>
                <a:spLocks/>
              </p:cNvSpPr>
              <p:nvPr/>
            </p:nvSpPr>
            <p:spPr bwMode="ltGray">
              <a:xfrm>
                <a:off x="2287" y="2350"/>
                <a:ext cx="129" cy="132"/>
              </a:xfrm>
              <a:custGeom>
                <a:avLst/>
                <a:gdLst>
                  <a:gd name="T0" fmla="*/ 129 w 129"/>
                  <a:gd name="T1" fmla="*/ 78 h 132"/>
                  <a:gd name="T2" fmla="*/ 127 w 129"/>
                  <a:gd name="T3" fmla="*/ 0 h 132"/>
                  <a:gd name="T4" fmla="*/ 119 w 129"/>
                  <a:gd name="T5" fmla="*/ 4 h 132"/>
                  <a:gd name="T6" fmla="*/ 119 w 129"/>
                  <a:gd name="T7" fmla="*/ 66 h 132"/>
                  <a:gd name="T8" fmla="*/ 107 w 129"/>
                  <a:gd name="T9" fmla="*/ 72 h 132"/>
                  <a:gd name="T10" fmla="*/ 109 w 129"/>
                  <a:gd name="T11" fmla="*/ 10 h 132"/>
                  <a:gd name="T12" fmla="*/ 97 w 129"/>
                  <a:gd name="T13" fmla="*/ 14 h 132"/>
                  <a:gd name="T14" fmla="*/ 99 w 129"/>
                  <a:gd name="T15" fmla="*/ 88 h 132"/>
                  <a:gd name="T16" fmla="*/ 47 w 129"/>
                  <a:gd name="T17" fmla="*/ 108 h 132"/>
                  <a:gd name="T18" fmla="*/ 41 w 129"/>
                  <a:gd name="T19" fmla="*/ 46 h 132"/>
                  <a:gd name="T20" fmla="*/ 33 w 129"/>
                  <a:gd name="T21" fmla="*/ 48 h 132"/>
                  <a:gd name="T22" fmla="*/ 33 w 129"/>
                  <a:gd name="T23" fmla="*/ 104 h 132"/>
                  <a:gd name="T24" fmla="*/ 15 w 129"/>
                  <a:gd name="T25" fmla="*/ 110 h 132"/>
                  <a:gd name="T26" fmla="*/ 15 w 129"/>
                  <a:gd name="T27" fmla="*/ 52 h 132"/>
                  <a:gd name="T28" fmla="*/ 1 w 129"/>
                  <a:gd name="T29" fmla="*/ 58 h 132"/>
                  <a:gd name="T30" fmla="*/ 7 w 129"/>
                  <a:gd name="T31" fmla="*/ 132 h 132"/>
                  <a:gd name="T32" fmla="*/ 129 w 129"/>
                  <a:gd name="T33" fmla="*/ 78 h 13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9" h="132">
                    <a:moveTo>
                      <a:pt x="129" y="78"/>
                    </a:moveTo>
                    <a:lnTo>
                      <a:pt x="127" y="0"/>
                    </a:lnTo>
                    <a:lnTo>
                      <a:pt x="119" y="4"/>
                    </a:lnTo>
                    <a:lnTo>
                      <a:pt x="119" y="66"/>
                    </a:lnTo>
                    <a:lnTo>
                      <a:pt x="107" y="72"/>
                    </a:lnTo>
                    <a:lnTo>
                      <a:pt x="109" y="10"/>
                    </a:lnTo>
                    <a:lnTo>
                      <a:pt x="97" y="14"/>
                    </a:lnTo>
                    <a:lnTo>
                      <a:pt x="99" y="88"/>
                    </a:lnTo>
                    <a:lnTo>
                      <a:pt x="47" y="108"/>
                    </a:lnTo>
                    <a:lnTo>
                      <a:pt x="41" y="46"/>
                    </a:lnTo>
                    <a:lnTo>
                      <a:pt x="33" y="48"/>
                    </a:lnTo>
                    <a:lnTo>
                      <a:pt x="33" y="104"/>
                    </a:lnTo>
                    <a:lnTo>
                      <a:pt x="15" y="110"/>
                    </a:lnTo>
                    <a:lnTo>
                      <a:pt x="15" y="52"/>
                    </a:lnTo>
                    <a:cubicBezTo>
                      <a:pt x="0" y="56"/>
                      <a:pt x="1" y="51"/>
                      <a:pt x="1" y="58"/>
                    </a:cubicBezTo>
                    <a:lnTo>
                      <a:pt x="7" y="132"/>
                    </a:lnTo>
                    <a:lnTo>
                      <a:pt x="129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" name="Group 26"/>
              <p:cNvGrpSpPr>
                <a:grpSpLocks/>
              </p:cNvGrpSpPr>
              <p:nvPr/>
            </p:nvGrpSpPr>
            <p:grpSpPr bwMode="auto">
              <a:xfrm>
                <a:off x="1838" y="2868"/>
                <a:ext cx="1950" cy="604"/>
                <a:chOff x="1838" y="2868"/>
                <a:chExt cx="1950" cy="604"/>
              </a:xfrm>
            </p:grpSpPr>
            <p:sp>
              <p:nvSpPr>
                <p:cNvPr id="19" name="Freeform 27"/>
                <p:cNvSpPr>
                  <a:spLocks/>
                </p:cNvSpPr>
                <p:nvPr/>
              </p:nvSpPr>
              <p:spPr bwMode="ltGray">
                <a:xfrm>
                  <a:off x="1838" y="2868"/>
                  <a:ext cx="1056" cy="604"/>
                </a:xfrm>
                <a:custGeom>
                  <a:avLst/>
                  <a:gdLst>
                    <a:gd name="T0" fmla="*/ 1056 w 1056"/>
                    <a:gd name="T1" fmla="*/ 590 h 604"/>
                    <a:gd name="T2" fmla="*/ 512 w 1056"/>
                    <a:gd name="T3" fmla="*/ 584 h 604"/>
                    <a:gd name="T4" fmla="*/ 510 w 1056"/>
                    <a:gd name="T5" fmla="*/ 566 h 604"/>
                    <a:gd name="T6" fmla="*/ 532 w 1056"/>
                    <a:gd name="T7" fmla="*/ 532 h 604"/>
                    <a:gd name="T8" fmla="*/ 490 w 1056"/>
                    <a:gd name="T9" fmla="*/ 528 h 604"/>
                    <a:gd name="T10" fmla="*/ 470 w 1056"/>
                    <a:gd name="T11" fmla="*/ 514 h 604"/>
                    <a:gd name="T12" fmla="*/ 462 w 1056"/>
                    <a:gd name="T13" fmla="*/ 492 h 604"/>
                    <a:gd name="T14" fmla="*/ 430 w 1056"/>
                    <a:gd name="T15" fmla="*/ 496 h 604"/>
                    <a:gd name="T16" fmla="*/ 400 w 1056"/>
                    <a:gd name="T17" fmla="*/ 516 h 604"/>
                    <a:gd name="T18" fmla="*/ 382 w 1056"/>
                    <a:gd name="T19" fmla="*/ 504 h 604"/>
                    <a:gd name="T20" fmla="*/ 312 w 1056"/>
                    <a:gd name="T21" fmla="*/ 520 h 604"/>
                    <a:gd name="T22" fmla="*/ 348 w 1056"/>
                    <a:gd name="T23" fmla="*/ 462 h 604"/>
                    <a:gd name="T24" fmla="*/ 322 w 1056"/>
                    <a:gd name="T25" fmla="*/ 448 h 604"/>
                    <a:gd name="T26" fmla="*/ 250 w 1056"/>
                    <a:gd name="T27" fmla="*/ 468 h 604"/>
                    <a:gd name="T28" fmla="*/ 242 w 1056"/>
                    <a:gd name="T29" fmla="*/ 438 h 604"/>
                    <a:gd name="T30" fmla="*/ 282 w 1056"/>
                    <a:gd name="T31" fmla="*/ 422 h 604"/>
                    <a:gd name="T32" fmla="*/ 220 w 1056"/>
                    <a:gd name="T33" fmla="*/ 428 h 604"/>
                    <a:gd name="T34" fmla="*/ 162 w 1056"/>
                    <a:gd name="T35" fmla="*/ 422 h 604"/>
                    <a:gd name="T36" fmla="*/ 114 w 1056"/>
                    <a:gd name="T37" fmla="*/ 444 h 604"/>
                    <a:gd name="T38" fmla="*/ 126 w 1056"/>
                    <a:gd name="T39" fmla="*/ 484 h 604"/>
                    <a:gd name="T40" fmla="*/ 112 w 1056"/>
                    <a:gd name="T41" fmla="*/ 490 h 604"/>
                    <a:gd name="T42" fmla="*/ 106 w 1056"/>
                    <a:gd name="T43" fmla="*/ 512 h 604"/>
                    <a:gd name="T44" fmla="*/ 104 w 1056"/>
                    <a:gd name="T45" fmla="*/ 480 h 604"/>
                    <a:gd name="T46" fmla="*/ 96 w 1056"/>
                    <a:gd name="T47" fmla="*/ 440 h 604"/>
                    <a:gd name="T48" fmla="*/ 76 w 1056"/>
                    <a:gd name="T49" fmla="*/ 418 h 604"/>
                    <a:gd name="T50" fmla="*/ 38 w 1056"/>
                    <a:gd name="T51" fmla="*/ 390 h 604"/>
                    <a:gd name="T52" fmla="*/ 50 w 1056"/>
                    <a:gd name="T53" fmla="*/ 374 h 604"/>
                    <a:gd name="T54" fmla="*/ 20 w 1056"/>
                    <a:gd name="T55" fmla="*/ 324 h 604"/>
                    <a:gd name="T56" fmla="*/ 8 w 1056"/>
                    <a:gd name="T57" fmla="*/ 308 h 604"/>
                    <a:gd name="T58" fmla="*/ 2 w 1056"/>
                    <a:gd name="T59" fmla="*/ 270 h 604"/>
                    <a:gd name="T60" fmla="*/ 50 w 1056"/>
                    <a:gd name="T61" fmla="*/ 286 h 604"/>
                    <a:gd name="T62" fmla="*/ 136 w 1056"/>
                    <a:gd name="T63" fmla="*/ 276 h 604"/>
                    <a:gd name="T64" fmla="*/ 126 w 1056"/>
                    <a:gd name="T65" fmla="*/ 252 h 604"/>
                    <a:gd name="T66" fmla="*/ 156 w 1056"/>
                    <a:gd name="T67" fmla="*/ 250 h 604"/>
                    <a:gd name="T68" fmla="*/ 200 w 1056"/>
                    <a:gd name="T69" fmla="*/ 256 h 604"/>
                    <a:gd name="T70" fmla="*/ 254 w 1056"/>
                    <a:gd name="T71" fmla="*/ 240 h 604"/>
                    <a:gd name="T72" fmla="*/ 398 w 1056"/>
                    <a:gd name="T73" fmla="*/ 180 h 604"/>
                    <a:gd name="T74" fmla="*/ 366 w 1056"/>
                    <a:gd name="T75" fmla="*/ 158 h 604"/>
                    <a:gd name="T76" fmla="*/ 436 w 1056"/>
                    <a:gd name="T77" fmla="*/ 126 h 604"/>
                    <a:gd name="T78" fmla="*/ 472 w 1056"/>
                    <a:gd name="T79" fmla="*/ 100 h 604"/>
                    <a:gd name="T80" fmla="*/ 398 w 1056"/>
                    <a:gd name="T81" fmla="*/ 102 h 604"/>
                    <a:gd name="T82" fmla="*/ 386 w 1056"/>
                    <a:gd name="T83" fmla="*/ 84 h 604"/>
                    <a:gd name="T84" fmla="*/ 470 w 1056"/>
                    <a:gd name="T85" fmla="*/ 90 h 604"/>
                    <a:gd name="T86" fmla="*/ 426 w 1056"/>
                    <a:gd name="T87" fmla="*/ 82 h 604"/>
                    <a:gd name="T88" fmla="*/ 384 w 1056"/>
                    <a:gd name="T89" fmla="*/ 70 h 604"/>
                    <a:gd name="T90" fmla="*/ 424 w 1056"/>
                    <a:gd name="T91" fmla="*/ 72 h 604"/>
                    <a:gd name="T92" fmla="*/ 482 w 1056"/>
                    <a:gd name="T93" fmla="*/ 66 h 604"/>
                    <a:gd name="T94" fmla="*/ 512 w 1056"/>
                    <a:gd name="T95" fmla="*/ 118 h 604"/>
                    <a:gd name="T96" fmla="*/ 522 w 1056"/>
                    <a:gd name="T97" fmla="*/ 58 h 604"/>
                    <a:gd name="T98" fmla="*/ 536 w 1056"/>
                    <a:gd name="T99" fmla="*/ 110 h 604"/>
                    <a:gd name="T100" fmla="*/ 548 w 1056"/>
                    <a:gd name="T101" fmla="*/ 52 h 604"/>
                    <a:gd name="T102" fmla="*/ 566 w 1056"/>
                    <a:gd name="T103" fmla="*/ 102 h 604"/>
                    <a:gd name="T104" fmla="*/ 908 w 1056"/>
                    <a:gd name="T105" fmla="*/ 0 h 604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1056" h="604">
                      <a:moveTo>
                        <a:pt x="1050" y="8"/>
                      </a:moveTo>
                      <a:lnTo>
                        <a:pt x="1056" y="590"/>
                      </a:lnTo>
                      <a:lnTo>
                        <a:pt x="526" y="604"/>
                      </a:lnTo>
                      <a:lnTo>
                        <a:pt x="512" y="584"/>
                      </a:lnTo>
                      <a:lnTo>
                        <a:pt x="526" y="574"/>
                      </a:lnTo>
                      <a:lnTo>
                        <a:pt x="510" y="566"/>
                      </a:lnTo>
                      <a:lnTo>
                        <a:pt x="510" y="548"/>
                      </a:lnTo>
                      <a:lnTo>
                        <a:pt x="532" y="532"/>
                      </a:lnTo>
                      <a:lnTo>
                        <a:pt x="530" y="520"/>
                      </a:lnTo>
                      <a:lnTo>
                        <a:pt x="490" y="528"/>
                      </a:lnTo>
                      <a:lnTo>
                        <a:pt x="486" y="514"/>
                      </a:lnTo>
                      <a:lnTo>
                        <a:pt x="470" y="514"/>
                      </a:lnTo>
                      <a:lnTo>
                        <a:pt x="474" y="496"/>
                      </a:lnTo>
                      <a:lnTo>
                        <a:pt x="462" y="492"/>
                      </a:lnTo>
                      <a:lnTo>
                        <a:pt x="436" y="508"/>
                      </a:lnTo>
                      <a:lnTo>
                        <a:pt x="430" y="496"/>
                      </a:lnTo>
                      <a:lnTo>
                        <a:pt x="408" y="504"/>
                      </a:lnTo>
                      <a:lnTo>
                        <a:pt x="400" y="516"/>
                      </a:lnTo>
                      <a:lnTo>
                        <a:pt x="388" y="514"/>
                      </a:lnTo>
                      <a:lnTo>
                        <a:pt x="382" y="504"/>
                      </a:lnTo>
                      <a:lnTo>
                        <a:pt x="370" y="506"/>
                      </a:lnTo>
                      <a:lnTo>
                        <a:pt x="312" y="520"/>
                      </a:lnTo>
                      <a:lnTo>
                        <a:pt x="296" y="494"/>
                      </a:lnTo>
                      <a:lnTo>
                        <a:pt x="348" y="462"/>
                      </a:lnTo>
                      <a:lnTo>
                        <a:pt x="340" y="444"/>
                      </a:lnTo>
                      <a:lnTo>
                        <a:pt x="322" y="448"/>
                      </a:lnTo>
                      <a:lnTo>
                        <a:pt x="264" y="470"/>
                      </a:lnTo>
                      <a:lnTo>
                        <a:pt x="250" y="468"/>
                      </a:lnTo>
                      <a:lnTo>
                        <a:pt x="236" y="448"/>
                      </a:lnTo>
                      <a:lnTo>
                        <a:pt x="242" y="438"/>
                      </a:lnTo>
                      <a:lnTo>
                        <a:pt x="260" y="430"/>
                      </a:lnTo>
                      <a:lnTo>
                        <a:pt x="282" y="422"/>
                      </a:lnTo>
                      <a:lnTo>
                        <a:pt x="246" y="428"/>
                      </a:lnTo>
                      <a:lnTo>
                        <a:pt x="220" y="428"/>
                      </a:lnTo>
                      <a:lnTo>
                        <a:pt x="180" y="432"/>
                      </a:lnTo>
                      <a:lnTo>
                        <a:pt x="162" y="422"/>
                      </a:lnTo>
                      <a:lnTo>
                        <a:pt x="120" y="422"/>
                      </a:lnTo>
                      <a:lnTo>
                        <a:pt x="114" y="444"/>
                      </a:lnTo>
                      <a:lnTo>
                        <a:pt x="122" y="458"/>
                      </a:lnTo>
                      <a:lnTo>
                        <a:pt x="126" y="484"/>
                      </a:lnTo>
                      <a:lnTo>
                        <a:pt x="110" y="478"/>
                      </a:lnTo>
                      <a:lnTo>
                        <a:pt x="112" y="490"/>
                      </a:lnTo>
                      <a:lnTo>
                        <a:pt x="124" y="508"/>
                      </a:lnTo>
                      <a:lnTo>
                        <a:pt x="106" y="512"/>
                      </a:lnTo>
                      <a:lnTo>
                        <a:pt x="94" y="502"/>
                      </a:lnTo>
                      <a:lnTo>
                        <a:pt x="104" y="480"/>
                      </a:lnTo>
                      <a:lnTo>
                        <a:pt x="92" y="482"/>
                      </a:lnTo>
                      <a:lnTo>
                        <a:pt x="96" y="440"/>
                      </a:lnTo>
                      <a:lnTo>
                        <a:pt x="106" y="420"/>
                      </a:lnTo>
                      <a:lnTo>
                        <a:pt x="76" y="418"/>
                      </a:lnTo>
                      <a:lnTo>
                        <a:pt x="58" y="404"/>
                      </a:lnTo>
                      <a:lnTo>
                        <a:pt x="38" y="390"/>
                      </a:lnTo>
                      <a:lnTo>
                        <a:pt x="34" y="378"/>
                      </a:lnTo>
                      <a:lnTo>
                        <a:pt x="50" y="374"/>
                      </a:lnTo>
                      <a:lnTo>
                        <a:pt x="32" y="334"/>
                      </a:lnTo>
                      <a:lnTo>
                        <a:pt x="20" y="324"/>
                      </a:lnTo>
                      <a:lnTo>
                        <a:pt x="0" y="318"/>
                      </a:lnTo>
                      <a:lnTo>
                        <a:pt x="8" y="308"/>
                      </a:lnTo>
                      <a:lnTo>
                        <a:pt x="22" y="292"/>
                      </a:lnTo>
                      <a:lnTo>
                        <a:pt x="2" y="270"/>
                      </a:lnTo>
                      <a:lnTo>
                        <a:pt x="20" y="264"/>
                      </a:lnTo>
                      <a:lnTo>
                        <a:pt x="50" y="286"/>
                      </a:lnTo>
                      <a:lnTo>
                        <a:pt x="116" y="286"/>
                      </a:lnTo>
                      <a:lnTo>
                        <a:pt x="136" y="276"/>
                      </a:lnTo>
                      <a:lnTo>
                        <a:pt x="138" y="260"/>
                      </a:lnTo>
                      <a:lnTo>
                        <a:pt x="126" y="252"/>
                      </a:lnTo>
                      <a:lnTo>
                        <a:pt x="140" y="242"/>
                      </a:lnTo>
                      <a:lnTo>
                        <a:pt x="156" y="250"/>
                      </a:lnTo>
                      <a:lnTo>
                        <a:pt x="176" y="260"/>
                      </a:lnTo>
                      <a:lnTo>
                        <a:pt x="200" y="256"/>
                      </a:lnTo>
                      <a:lnTo>
                        <a:pt x="222" y="246"/>
                      </a:lnTo>
                      <a:lnTo>
                        <a:pt x="254" y="240"/>
                      </a:lnTo>
                      <a:lnTo>
                        <a:pt x="346" y="206"/>
                      </a:lnTo>
                      <a:lnTo>
                        <a:pt x="398" y="180"/>
                      </a:lnTo>
                      <a:lnTo>
                        <a:pt x="408" y="172"/>
                      </a:lnTo>
                      <a:lnTo>
                        <a:pt x="366" y="158"/>
                      </a:lnTo>
                      <a:lnTo>
                        <a:pt x="394" y="120"/>
                      </a:lnTo>
                      <a:lnTo>
                        <a:pt x="436" y="126"/>
                      </a:lnTo>
                      <a:lnTo>
                        <a:pt x="474" y="122"/>
                      </a:lnTo>
                      <a:lnTo>
                        <a:pt x="472" y="100"/>
                      </a:lnTo>
                      <a:lnTo>
                        <a:pt x="414" y="106"/>
                      </a:lnTo>
                      <a:lnTo>
                        <a:pt x="398" y="102"/>
                      </a:lnTo>
                      <a:lnTo>
                        <a:pt x="378" y="94"/>
                      </a:lnTo>
                      <a:cubicBezTo>
                        <a:pt x="384" y="83"/>
                        <a:pt x="380" y="84"/>
                        <a:pt x="386" y="84"/>
                      </a:cubicBezTo>
                      <a:lnTo>
                        <a:pt x="420" y="98"/>
                      </a:lnTo>
                      <a:lnTo>
                        <a:pt x="470" y="90"/>
                      </a:lnTo>
                      <a:lnTo>
                        <a:pt x="470" y="74"/>
                      </a:lnTo>
                      <a:lnTo>
                        <a:pt x="426" y="82"/>
                      </a:lnTo>
                      <a:lnTo>
                        <a:pt x="402" y="78"/>
                      </a:lnTo>
                      <a:cubicBezTo>
                        <a:pt x="396" y="75"/>
                        <a:pt x="384" y="70"/>
                        <a:pt x="384" y="70"/>
                      </a:cubicBezTo>
                      <a:lnTo>
                        <a:pt x="392" y="60"/>
                      </a:lnTo>
                      <a:lnTo>
                        <a:pt x="424" y="72"/>
                      </a:lnTo>
                      <a:lnTo>
                        <a:pt x="454" y="68"/>
                      </a:lnTo>
                      <a:lnTo>
                        <a:pt x="482" y="66"/>
                      </a:lnTo>
                      <a:lnTo>
                        <a:pt x="484" y="122"/>
                      </a:lnTo>
                      <a:lnTo>
                        <a:pt x="512" y="118"/>
                      </a:lnTo>
                      <a:lnTo>
                        <a:pt x="510" y="62"/>
                      </a:lnTo>
                      <a:lnTo>
                        <a:pt x="522" y="58"/>
                      </a:lnTo>
                      <a:lnTo>
                        <a:pt x="524" y="114"/>
                      </a:lnTo>
                      <a:lnTo>
                        <a:pt x="536" y="110"/>
                      </a:lnTo>
                      <a:lnTo>
                        <a:pt x="536" y="54"/>
                      </a:lnTo>
                      <a:lnTo>
                        <a:pt x="548" y="52"/>
                      </a:lnTo>
                      <a:lnTo>
                        <a:pt x="548" y="110"/>
                      </a:lnTo>
                      <a:lnTo>
                        <a:pt x="566" y="102"/>
                      </a:lnTo>
                      <a:lnTo>
                        <a:pt x="564" y="20"/>
                      </a:lnTo>
                      <a:lnTo>
                        <a:pt x="908" y="0"/>
                      </a:lnTo>
                      <a:lnTo>
                        <a:pt x="1050" y="8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Freeform 28"/>
                <p:cNvSpPr>
                  <a:spLocks/>
                </p:cNvSpPr>
                <p:nvPr/>
              </p:nvSpPr>
              <p:spPr bwMode="ltGray">
                <a:xfrm>
                  <a:off x="2242" y="2912"/>
                  <a:ext cx="204" cy="110"/>
                </a:xfrm>
                <a:custGeom>
                  <a:avLst/>
                  <a:gdLst>
                    <a:gd name="T0" fmla="*/ 190 w 204"/>
                    <a:gd name="T1" fmla="*/ 0 h 110"/>
                    <a:gd name="T2" fmla="*/ 110 w 204"/>
                    <a:gd name="T3" fmla="*/ 16 h 110"/>
                    <a:gd name="T4" fmla="*/ 112 w 204"/>
                    <a:gd name="T5" fmla="*/ 22 h 110"/>
                    <a:gd name="T6" fmla="*/ 172 w 204"/>
                    <a:gd name="T7" fmla="*/ 14 h 110"/>
                    <a:gd name="T8" fmla="*/ 170 w 204"/>
                    <a:gd name="T9" fmla="*/ 26 h 110"/>
                    <a:gd name="T10" fmla="*/ 110 w 204"/>
                    <a:gd name="T11" fmla="*/ 38 h 110"/>
                    <a:gd name="T12" fmla="*/ 112 w 204"/>
                    <a:gd name="T13" fmla="*/ 50 h 110"/>
                    <a:gd name="T14" fmla="*/ 174 w 204"/>
                    <a:gd name="T15" fmla="*/ 34 h 110"/>
                    <a:gd name="T16" fmla="*/ 178 w 204"/>
                    <a:gd name="T17" fmla="*/ 80 h 110"/>
                    <a:gd name="T18" fmla="*/ 120 w 204"/>
                    <a:gd name="T19" fmla="*/ 84 h 110"/>
                    <a:gd name="T20" fmla="*/ 74 w 204"/>
                    <a:gd name="T21" fmla="*/ 44 h 110"/>
                    <a:gd name="T22" fmla="*/ 74 w 204"/>
                    <a:gd name="T23" fmla="*/ 56 h 110"/>
                    <a:gd name="T24" fmla="*/ 110 w 204"/>
                    <a:gd name="T25" fmla="*/ 86 h 110"/>
                    <a:gd name="T26" fmla="*/ 46 w 204"/>
                    <a:gd name="T27" fmla="*/ 94 h 110"/>
                    <a:gd name="T28" fmla="*/ 46 w 204"/>
                    <a:gd name="T29" fmla="*/ 30 h 110"/>
                    <a:gd name="T30" fmla="*/ 30 w 204"/>
                    <a:gd name="T31" fmla="*/ 34 h 110"/>
                    <a:gd name="T32" fmla="*/ 34 w 204"/>
                    <a:gd name="T33" fmla="*/ 94 h 110"/>
                    <a:gd name="T34" fmla="*/ 12 w 204"/>
                    <a:gd name="T35" fmla="*/ 88 h 110"/>
                    <a:gd name="T36" fmla="*/ 12 w 204"/>
                    <a:gd name="T37" fmla="*/ 32 h 110"/>
                    <a:gd name="T38" fmla="*/ 0 w 204"/>
                    <a:gd name="T39" fmla="*/ 28 h 110"/>
                    <a:gd name="T40" fmla="*/ 4 w 204"/>
                    <a:gd name="T41" fmla="*/ 92 h 110"/>
                    <a:gd name="T42" fmla="*/ 70 w 204"/>
                    <a:gd name="T43" fmla="*/ 110 h 110"/>
                    <a:gd name="T44" fmla="*/ 182 w 204"/>
                    <a:gd name="T45" fmla="*/ 98 h 110"/>
                    <a:gd name="T46" fmla="*/ 204 w 204"/>
                    <a:gd name="T47" fmla="*/ 72 h 110"/>
                    <a:gd name="T48" fmla="*/ 190 w 204"/>
                    <a:gd name="T49" fmla="*/ 0 h 110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4" h="110">
                      <a:moveTo>
                        <a:pt x="190" y="0"/>
                      </a:moveTo>
                      <a:lnTo>
                        <a:pt x="110" y="16"/>
                      </a:lnTo>
                      <a:lnTo>
                        <a:pt x="112" y="22"/>
                      </a:lnTo>
                      <a:lnTo>
                        <a:pt x="172" y="14"/>
                      </a:lnTo>
                      <a:lnTo>
                        <a:pt x="170" y="26"/>
                      </a:lnTo>
                      <a:lnTo>
                        <a:pt x="110" y="38"/>
                      </a:lnTo>
                      <a:lnTo>
                        <a:pt x="112" y="50"/>
                      </a:lnTo>
                      <a:lnTo>
                        <a:pt x="174" y="34"/>
                      </a:lnTo>
                      <a:lnTo>
                        <a:pt x="178" y="80"/>
                      </a:lnTo>
                      <a:lnTo>
                        <a:pt x="120" y="84"/>
                      </a:lnTo>
                      <a:lnTo>
                        <a:pt x="74" y="44"/>
                      </a:lnTo>
                      <a:lnTo>
                        <a:pt x="74" y="56"/>
                      </a:lnTo>
                      <a:lnTo>
                        <a:pt x="110" y="86"/>
                      </a:lnTo>
                      <a:lnTo>
                        <a:pt x="46" y="94"/>
                      </a:lnTo>
                      <a:lnTo>
                        <a:pt x="46" y="30"/>
                      </a:lnTo>
                      <a:cubicBezTo>
                        <a:pt x="29" y="32"/>
                        <a:pt x="30" y="27"/>
                        <a:pt x="30" y="34"/>
                      </a:cubicBezTo>
                      <a:lnTo>
                        <a:pt x="34" y="94"/>
                      </a:lnTo>
                      <a:lnTo>
                        <a:pt x="12" y="88"/>
                      </a:lnTo>
                      <a:lnTo>
                        <a:pt x="12" y="32"/>
                      </a:lnTo>
                      <a:lnTo>
                        <a:pt x="0" y="28"/>
                      </a:lnTo>
                      <a:lnTo>
                        <a:pt x="4" y="92"/>
                      </a:lnTo>
                      <a:lnTo>
                        <a:pt x="70" y="110"/>
                      </a:lnTo>
                      <a:lnTo>
                        <a:pt x="182" y="98"/>
                      </a:lnTo>
                      <a:lnTo>
                        <a:pt x="204" y="72"/>
                      </a:lnTo>
                      <a:lnTo>
                        <a:pt x="19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Freeform 29"/>
                <p:cNvSpPr>
                  <a:spLocks/>
                </p:cNvSpPr>
                <p:nvPr/>
              </p:nvSpPr>
              <p:spPr bwMode="ltGray">
                <a:xfrm>
                  <a:off x="2874" y="2868"/>
                  <a:ext cx="914" cy="584"/>
                </a:xfrm>
                <a:custGeom>
                  <a:avLst/>
                  <a:gdLst>
                    <a:gd name="T0" fmla="*/ 440 w 914"/>
                    <a:gd name="T1" fmla="*/ 28 h 584"/>
                    <a:gd name="T2" fmla="*/ 440 w 914"/>
                    <a:gd name="T3" fmla="*/ 36 h 584"/>
                    <a:gd name="T4" fmla="*/ 282 w 914"/>
                    <a:gd name="T5" fmla="*/ 56 h 584"/>
                    <a:gd name="T6" fmla="*/ 470 w 914"/>
                    <a:gd name="T7" fmla="*/ 42 h 584"/>
                    <a:gd name="T8" fmla="*/ 284 w 914"/>
                    <a:gd name="T9" fmla="*/ 66 h 584"/>
                    <a:gd name="T10" fmla="*/ 352 w 914"/>
                    <a:gd name="T11" fmla="*/ 88 h 584"/>
                    <a:gd name="T12" fmla="*/ 464 w 914"/>
                    <a:gd name="T13" fmla="*/ 82 h 584"/>
                    <a:gd name="T14" fmla="*/ 484 w 914"/>
                    <a:gd name="T15" fmla="*/ 102 h 584"/>
                    <a:gd name="T16" fmla="*/ 468 w 914"/>
                    <a:gd name="T17" fmla="*/ 130 h 584"/>
                    <a:gd name="T18" fmla="*/ 544 w 914"/>
                    <a:gd name="T19" fmla="*/ 182 h 584"/>
                    <a:gd name="T20" fmla="*/ 708 w 914"/>
                    <a:gd name="T21" fmla="*/ 206 h 584"/>
                    <a:gd name="T22" fmla="*/ 768 w 914"/>
                    <a:gd name="T23" fmla="*/ 186 h 584"/>
                    <a:gd name="T24" fmla="*/ 764 w 914"/>
                    <a:gd name="T25" fmla="*/ 210 h 584"/>
                    <a:gd name="T26" fmla="*/ 786 w 914"/>
                    <a:gd name="T27" fmla="*/ 240 h 584"/>
                    <a:gd name="T28" fmla="*/ 882 w 914"/>
                    <a:gd name="T29" fmla="*/ 224 h 584"/>
                    <a:gd name="T30" fmla="*/ 910 w 914"/>
                    <a:gd name="T31" fmla="*/ 214 h 584"/>
                    <a:gd name="T32" fmla="*/ 904 w 914"/>
                    <a:gd name="T33" fmla="*/ 248 h 584"/>
                    <a:gd name="T34" fmla="*/ 908 w 914"/>
                    <a:gd name="T35" fmla="*/ 262 h 584"/>
                    <a:gd name="T36" fmla="*/ 904 w 914"/>
                    <a:gd name="T37" fmla="*/ 282 h 584"/>
                    <a:gd name="T38" fmla="*/ 868 w 914"/>
                    <a:gd name="T39" fmla="*/ 342 h 584"/>
                    <a:gd name="T40" fmla="*/ 828 w 914"/>
                    <a:gd name="T41" fmla="*/ 358 h 584"/>
                    <a:gd name="T42" fmla="*/ 806 w 914"/>
                    <a:gd name="T43" fmla="*/ 414 h 584"/>
                    <a:gd name="T44" fmla="*/ 790 w 914"/>
                    <a:gd name="T45" fmla="*/ 430 h 584"/>
                    <a:gd name="T46" fmla="*/ 802 w 914"/>
                    <a:gd name="T47" fmla="*/ 472 h 584"/>
                    <a:gd name="T48" fmla="*/ 784 w 914"/>
                    <a:gd name="T49" fmla="*/ 452 h 584"/>
                    <a:gd name="T50" fmla="*/ 770 w 914"/>
                    <a:gd name="T51" fmla="*/ 440 h 584"/>
                    <a:gd name="T52" fmla="*/ 782 w 914"/>
                    <a:gd name="T53" fmla="*/ 380 h 584"/>
                    <a:gd name="T54" fmla="*/ 624 w 914"/>
                    <a:gd name="T55" fmla="*/ 398 h 584"/>
                    <a:gd name="T56" fmla="*/ 644 w 914"/>
                    <a:gd name="T57" fmla="*/ 430 h 584"/>
                    <a:gd name="T58" fmla="*/ 598 w 914"/>
                    <a:gd name="T59" fmla="*/ 436 h 584"/>
                    <a:gd name="T60" fmla="*/ 516 w 914"/>
                    <a:gd name="T61" fmla="*/ 400 h 584"/>
                    <a:gd name="T62" fmla="*/ 558 w 914"/>
                    <a:gd name="T63" fmla="*/ 444 h 584"/>
                    <a:gd name="T64" fmla="*/ 586 w 914"/>
                    <a:gd name="T65" fmla="*/ 476 h 584"/>
                    <a:gd name="T66" fmla="*/ 520 w 914"/>
                    <a:gd name="T67" fmla="*/ 470 h 584"/>
                    <a:gd name="T68" fmla="*/ 486 w 914"/>
                    <a:gd name="T69" fmla="*/ 480 h 584"/>
                    <a:gd name="T70" fmla="*/ 440 w 914"/>
                    <a:gd name="T71" fmla="*/ 478 h 584"/>
                    <a:gd name="T72" fmla="*/ 368 w 914"/>
                    <a:gd name="T73" fmla="*/ 512 h 584"/>
                    <a:gd name="T74" fmla="*/ 320 w 914"/>
                    <a:gd name="T75" fmla="*/ 520 h 584"/>
                    <a:gd name="T76" fmla="*/ 336 w 914"/>
                    <a:gd name="T77" fmla="*/ 550 h 584"/>
                    <a:gd name="T78" fmla="*/ 8 w 914"/>
                    <a:gd name="T79" fmla="*/ 584 h 584"/>
                    <a:gd name="T80" fmla="*/ 264 w 914"/>
                    <a:gd name="T81" fmla="*/ 8 h 58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914" h="584">
                      <a:moveTo>
                        <a:pt x="282" y="22"/>
                      </a:moveTo>
                      <a:lnTo>
                        <a:pt x="440" y="28"/>
                      </a:lnTo>
                      <a:lnTo>
                        <a:pt x="468" y="18"/>
                      </a:lnTo>
                      <a:lnTo>
                        <a:pt x="440" y="36"/>
                      </a:lnTo>
                      <a:lnTo>
                        <a:pt x="280" y="36"/>
                      </a:lnTo>
                      <a:lnTo>
                        <a:pt x="282" y="56"/>
                      </a:lnTo>
                      <a:lnTo>
                        <a:pt x="440" y="52"/>
                      </a:lnTo>
                      <a:lnTo>
                        <a:pt x="470" y="42"/>
                      </a:lnTo>
                      <a:lnTo>
                        <a:pt x="440" y="64"/>
                      </a:lnTo>
                      <a:lnTo>
                        <a:pt x="284" y="66"/>
                      </a:lnTo>
                      <a:lnTo>
                        <a:pt x="298" y="78"/>
                      </a:lnTo>
                      <a:lnTo>
                        <a:pt x="352" y="88"/>
                      </a:lnTo>
                      <a:lnTo>
                        <a:pt x="430" y="84"/>
                      </a:lnTo>
                      <a:lnTo>
                        <a:pt x="464" y="82"/>
                      </a:lnTo>
                      <a:lnTo>
                        <a:pt x="466" y="102"/>
                      </a:lnTo>
                      <a:lnTo>
                        <a:pt x="484" y="102"/>
                      </a:lnTo>
                      <a:lnTo>
                        <a:pt x="488" y="120"/>
                      </a:lnTo>
                      <a:lnTo>
                        <a:pt x="468" y="130"/>
                      </a:lnTo>
                      <a:lnTo>
                        <a:pt x="476" y="148"/>
                      </a:lnTo>
                      <a:lnTo>
                        <a:pt x="544" y="182"/>
                      </a:lnTo>
                      <a:lnTo>
                        <a:pt x="636" y="202"/>
                      </a:lnTo>
                      <a:lnTo>
                        <a:pt x="708" y="206"/>
                      </a:lnTo>
                      <a:lnTo>
                        <a:pt x="742" y="196"/>
                      </a:lnTo>
                      <a:lnTo>
                        <a:pt x="768" y="186"/>
                      </a:lnTo>
                      <a:lnTo>
                        <a:pt x="778" y="194"/>
                      </a:lnTo>
                      <a:lnTo>
                        <a:pt x="764" y="210"/>
                      </a:lnTo>
                      <a:lnTo>
                        <a:pt x="766" y="228"/>
                      </a:lnTo>
                      <a:lnTo>
                        <a:pt x="786" y="240"/>
                      </a:lnTo>
                      <a:lnTo>
                        <a:pt x="838" y="236"/>
                      </a:lnTo>
                      <a:lnTo>
                        <a:pt x="882" y="224"/>
                      </a:lnTo>
                      <a:lnTo>
                        <a:pt x="902" y="204"/>
                      </a:lnTo>
                      <a:lnTo>
                        <a:pt x="910" y="214"/>
                      </a:lnTo>
                      <a:lnTo>
                        <a:pt x="896" y="232"/>
                      </a:lnTo>
                      <a:lnTo>
                        <a:pt x="904" y="248"/>
                      </a:lnTo>
                      <a:lnTo>
                        <a:pt x="894" y="260"/>
                      </a:lnTo>
                      <a:lnTo>
                        <a:pt x="908" y="262"/>
                      </a:lnTo>
                      <a:lnTo>
                        <a:pt x="914" y="274"/>
                      </a:lnTo>
                      <a:lnTo>
                        <a:pt x="904" y="282"/>
                      </a:lnTo>
                      <a:lnTo>
                        <a:pt x="856" y="328"/>
                      </a:lnTo>
                      <a:lnTo>
                        <a:pt x="868" y="342"/>
                      </a:lnTo>
                      <a:lnTo>
                        <a:pt x="844" y="358"/>
                      </a:lnTo>
                      <a:lnTo>
                        <a:pt x="828" y="358"/>
                      </a:lnTo>
                      <a:lnTo>
                        <a:pt x="792" y="378"/>
                      </a:lnTo>
                      <a:lnTo>
                        <a:pt x="806" y="414"/>
                      </a:lnTo>
                      <a:lnTo>
                        <a:pt x="802" y="442"/>
                      </a:lnTo>
                      <a:lnTo>
                        <a:pt x="790" y="430"/>
                      </a:lnTo>
                      <a:lnTo>
                        <a:pt x="790" y="450"/>
                      </a:lnTo>
                      <a:lnTo>
                        <a:pt x="802" y="472"/>
                      </a:lnTo>
                      <a:lnTo>
                        <a:pt x="774" y="472"/>
                      </a:lnTo>
                      <a:lnTo>
                        <a:pt x="784" y="452"/>
                      </a:lnTo>
                      <a:lnTo>
                        <a:pt x="786" y="428"/>
                      </a:lnTo>
                      <a:lnTo>
                        <a:pt x="770" y="440"/>
                      </a:lnTo>
                      <a:lnTo>
                        <a:pt x="774" y="398"/>
                      </a:lnTo>
                      <a:lnTo>
                        <a:pt x="782" y="380"/>
                      </a:lnTo>
                      <a:lnTo>
                        <a:pt x="686" y="396"/>
                      </a:lnTo>
                      <a:lnTo>
                        <a:pt x="624" y="398"/>
                      </a:lnTo>
                      <a:lnTo>
                        <a:pt x="642" y="418"/>
                      </a:lnTo>
                      <a:lnTo>
                        <a:pt x="644" y="430"/>
                      </a:lnTo>
                      <a:lnTo>
                        <a:pt x="626" y="442"/>
                      </a:lnTo>
                      <a:lnTo>
                        <a:pt x="598" y="436"/>
                      </a:lnTo>
                      <a:lnTo>
                        <a:pt x="532" y="406"/>
                      </a:lnTo>
                      <a:lnTo>
                        <a:pt x="516" y="400"/>
                      </a:lnTo>
                      <a:lnTo>
                        <a:pt x="496" y="424"/>
                      </a:lnTo>
                      <a:lnTo>
                        <a:pt x="558" y="444"/>
                      </a:lnTo>
                      <a:lnTo>
                        <a:pt x="588" y="462"/>
                      </a:lnTo>
                      <a:lnTo>
                        <a:pt x="586" y="476"/>
                      </a:lnTo>
                      <a:lnTo>
                        <a:pt x="570" y="494"/>
                      </a:lnTo>
                      <a:lnTo>
                        <a:pt x="520" y="470"/>
                      </a:lnTo>
                      <a:lnTo>
                        <a:pt x="500" y="482"/>
                      </a:lnTo>
                      <a:lnTo>
                        <a:pt x="486" y="480"/>
                      </a:lnTo>
                      <a:lnTo>
                        <a:pt x="448" y="462"/>
                      </a:lnTo>
                      <a:lnTo>
                        <a:pt x="440" y="478"/>
                      </a:lnTo>
                      <a:lnTo>
                        <a:pt x="388" y="476"/>
                      </a:lnTo>
                      <a:lnTo>
                        <a:pt x="368" y="512"/>
                      </a:lnTo>
                      <a:lnTo>
                        <a:pt x="328" y="508"/>
                      </a:lnTo>
                      <a:lnTo>
                        <a:pt x="320" y="520"/>
                      </a:lnTo>
                      <a:lnTo>
                        <a:pt x="332" y="534"/>
                      </a:lnTo>
                      <a:lnTo>
                        <a:pt x="336" y="550"/>
                      </a:lnTo>
                      <a:lnTo>
                        <a:pt x="308" y="580"/>
                      </a:lnTo>
                      <a:lnTo>
                        <a:pt x="8" y="584"/>
                      </a:lnTo>
                      <a:lnTo>
                        <a:pt x="0" y="0"/>
                      </a:lnTo>
                      <a:lnTo>
                        <a:pt x="264" y="8"/>
                      </a:lnTo>
                      <a:lnTo>
                        <a:pt x="282" y="22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Freeform 30"/>
                <p:cNvSpPr>
                  <a:spLocks/>
                </p:cNvSpPr>
                <p:nvPr/>
              </p:nvSpPr>
              <p:spPr bwMode="ltGray">
                <a:xfrm>
                  <a:off x="3174" y="2896"/>
                  <a:ext cx="148" cy="92"/>
                </a:xfrm>
                <a:custGeom>
                  <a:avLst/>
                  <a:gdLst>
                    <a:gd name="T0" fmla="*/ 0 w 148"/>
                    <a:gd name="T1" fmla="*/ 82 h 92"/>
                    <a:gd name="T2" fmla="*/ 4 w 148"/>
                    <a:gd name="T3" fmla="*/ 2 h 92"/>
                    <a:gd name="T4" fmla="*/ 18 w 148"/>
                    <a:gd name="T5" fmla="*/ 0 h 92"/>
                    <a:gd name="T6" fmla="*/ 12 w 148"/>
                    <a:gd name="T7" fmla="*/ 74 h 92"/>
                    <a:gd name="T8" fmla="*/ 44 w 148"/>
                    <a:gd name="T9" fmla="*/ 78 h 92"/>
                    <a:gd name="T10" fmla="*/ 46 w 148"/>
                    <a:gd name="T11" fmla="*/ 2 h 92"/>
                    <a:gd name="T12" fmla="*/ 58 w 148"/>
                    <a:gd name="T13" fmla="*/ 2 h 92"/>
                    <a:gd name="T14" fmla="*/ 56 w 148"/>
                    <a:gd name="T15" fmla="*/ 72 h 92"/>
                    <a:gd name="T16" fmla="*/ 94 w 148"/>
                    <a:gd name="T17" fmla="*/ 70 h 92"/>
                    <a:gd name="T18" fmla="*/ 92 w 148"/>
                    <a:gd name="T19" fmla="*/ 2 h 92"/>
                    <a:gd name="T20" fmla="*/ 106 w 148"/>
                    <a:gd name="T21" fmla="*/ 4 h 92"/>
                    <a:gd name="T22" fmla="*/ 104 w 148"/>
                    <a:gd name="T23" fmla="*/ 68 h 92"/>
                    <a:gd name="T24" fmla="*/ 136 w 148"/>
                    <a:gd name="T25" fmla="*/ 64 h 92"/>
                    <a:gd name="T26" fmla="*/ 128 w 148"/>
                    <a:gd name="T27" fmla="*/ 0 h 92"/>
                    <a:gd name="T28" fmla="*/ 142 w 148"/>
                    <a:gd name="T29" fmla="*/ 2 h 92"/>
                    <a:gd name="T30" fmla="*/ 148 w 148"/>
                    <a:gd name="T31" fmla="*/ 70 h 92"/>
                    <a:gd name="T32" fmla="*/ 60 w 148"/>
                    <a:gd name="T33" fmla="*/ 88 h 92"/>
                    <a:gd name="T34" fmla="*/ 8 w 148"/>
                    <a:gd name="T35" fmla="*/ 92 h 92"/>
                    <a:gd name="T36" fmla="*/ 0 w 148"/>
                    <a:gd name="T37" fmla="*/ 82 h 9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48" h="92">
                      <a:moveTo>
                        <a:pt x="0" y="82"/>
                      </a:moveTo>
                      <a:lnTo>
                        <a:pt x="4" y="2"/>
                      </a:lnTo>
                      <a:lnTo>
                        <a:pt x="18" y="0"/>
                      </a:lnTo>
                      <a:lnTo>
                        <a:pt x="12" y="74"/>
                      </a:lnTo>
                      <a:lnTo>
                        <a:pt x="44" y="78"/>
                      </a:lnTo>
                      <a:lnTo>
                        <a:pt x="46" y="2"/>
                      </a:lnTo>
                      <a:lnTo>
                        <a:pt x="58" y="2"/>
                      </a:lnTo>
                      <a:lnTo>
                        <a:pt x="56" y="72"/>
                      </a:lnTo>
                      <a:lnTo>
                        <a:pt x="94" y="70"/>
                      </a:lnTo>
                      <a:lnTo>
                        <a:pt x="92" y="2"/>
                      </a:lnTo>
                      <a:lnTo>
                        <a:pt x="106" y="4"/>
                      </a:lnTo>
                      <a:lnTo>
                        <a:pt x="104" y="68"/>
                      </a:lnTo>
                      <a:lnTo>
                        <a:pt x="136" y="64"/>
                      </a:lnTo>
                      <a:lnTo>
                        <a:pt x="128" y="0"/>
                      </a:lnTo>
                      <a:lnTo>
                        <a:pt x="142" y="2"/>
                      </a:lnTo>
                      <a:lnTo>
                        <a:pt x="148" y="70"/>
                      </a:lnTo>
                      <a:lnTo>
                        <a:pt x="60" y="88"/>
                      </a:lnTo>
                      <a:lnTo>
                        <a:pt x="8" y="92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Freeform 31"/>
              <p:cNvSpPr>
                <a:spLocks/>
              </p:cNvSpPr>
              <p:nvPr/>
            </p:nvSpPr>
            <p:spPr bwMode="ltGray">
              <a:xfrm>
                <a:off x="1754" y="3426"/>
                <a:ext cx="1156" cy="604"/>
              </a:xfrm>
              <a:custGeom>
                <a:avLst/>
                <a:gdLst>
                  <a:gd name="T0" fmla="*/ 1156 w 1156"/>
                  <a:gd name="T1" fmla="*/ 600 h 604"/>
                  <a:gd name="T2" fmla="*/ 558 w 1156"/>
                  <a:gd name="T3" fmla="*/ 584 h 604"/>
                  <a:gd name="T4" fmla="*/ 555 w 1156"/>
                  <a:gd name="T5" fmla="*/ 566 h 604"/>
                  <a:gd name="T6" fmla="*/ 579 w 1156"/>
                  <a:gd name="T7" fmla="*/ 532 h 604"/>
                  <a:gd name="T8" fmla="*/ 534 w 1156"/>
                  <a:gd name="T9" fmla="*/ 528 h 604"/>
                  <a:gd name="T10" fmla="*/ 512 w 1156"/>
                  <a:gd name="T11" fmla="*/ 514 h 604"/>
                  <a:gd name="T12" fmla="*/ 503 w 1156"/>
                  <a:gd name="T13" fmla="*/ 492 h 604"/>
                  <a:gd name="T14" fmla="*/ 468 w 1156"/>
                  <a:gd name="T15" fmla="*/ 496 h 604"/>
                  <a:gd name="T16" fmla="*/ 436 w 1156"/>
                  <a:gd name="T17" fmla="*/ 516 h 604"/>
                  <a:gd name="T18" fmla="*/ 416 w 1156"/>
                  <a:gd name="T19" fmla="*/ 504 h 604"/>
                  <a:gd name="T20" fmla="*/ 340 w 1156"/>
                  <a:gd name="T21" fmla="*/ 520 h 604"/>
                  <a:gd name="T22" fmla="*/ 379 w 1156"/>
                  <a:gd name="T23" fmla="*/ 462 h 604"/>
                  <a:gd name="T24" fmla="*/ 351 w 1156"/>
                  <a:gd name="T25" fmla="*/ 448 h 604"/>
                  <a:gd name="T26" fmla="*/ 272 w 1156"/>
                  <a:gd name="T27" fmla="*/ 468 h 604"/>
                  <a:gd name="T28" fmla="*/ 264 w 1156"/>
                  <a:gd name="T29" fmla="*/ 438 h 604"/>
                  <a:gd name="T30" fmla="*/ 307 w 1156"/>
                  <a:gd name="T31" fmla="*/ 422 h 604"/>
                  <a:gd name="T32" fmla="*/ 240 w 1156"/>
                  <a:gd name="T33" fmla="*/ 428 h 604"/>
                  <a:gd name="T34" fmla="*/ 176 w 1156"/>
                  <a:gd name="T35" fmla="*/ 422 h 604"/>
                  <a:gd name="T36" fmla="*/ 124 w 1156"/>
                  <a:gd name="T37" fmla="*/ 444 h 604"/>
                  <a:gd name="T38" fmla="*/ 137 w 1156"/>
                  <a:gd name="T39" fmla="*/ 484 h 604"/>
                  <a:gd name="T40" fmla="*/ 122 w 1156"/>
                  <a:gd name="T41" fmla="*/ 490 h 604"/>
                  <a:gd name="T42" fmla="*/ 115 w 1156"/>
                  <a:gd name="T43" fmla="*/ 512 h 604"/>
                  <a:gd name="T44" fmla="*/ 113 w 1156"/>
                  <a:gd name="T45" fmla="*/ 480 h 604"/>
                  <a:gd name="T46" fmla="*/ 105 w 1156"/>
                  <a:gd name="T47" fmla="*/ 440 h 604"/>
                  <a:gd name="T48" fmla="*/ 83 w 1156"/>
                  <a:gd name="T49" fmla="*/ 418 h 604"/>
                  <a:gd name="T50" fmla="*/ 41 w 1156"/>
                  <a:gd name="T51" fmla="*/ 390 h 604"/>
                  <a:gd name="T52" fmla="*/ 54 w 1156"/>
                  <a:gd name="T53" fmla="*/ 374 h 604"/>
                  <a:gd name="T54" fmla="*/ 22 w 1156"/>
                  <a:gd name="T55" fmla="*/ 324 h 604"/>
                  <a:gd name="T56" fmla="*/ 9 w 1156"/>
                  <a:gd name="T57" fmla="*/ 308 h 604"/>
                  <a:gd name="T58" fmla="*/ 2 w 1156"/>
                  <a:gd name="T59" fmla="*/ 270 h 604"/>
                  <a:gd name="T60" fmla="*/ 54 w 1156"/>
                  <a:gd name="T61" fmla="*/ 286 h 604"/>
                  <a:gd name="T62" fmla="*/ 148 w 1156"/>
                  <a:gd name="T63" fmla="*/ 276 h 604"/>
                  <a:gd name="T64" fmla="*/ 137 w 1156"/>
                  <a:gd name="T65" fmla="*/ 252 h 604"/>
                  <a:gd name="T66" fmla="*/ 170 w 1156"/>
                  <a:gd name="T67" fmla="*/ 250 h 604"/>
                  <a:gd name="T68" fmla="*/ 218 w 1156"/>
                  <a:gd name="T69" fmla="*/ 256 h 604"/>
                  <a:gd name="T70" fmla="*/ 277 w 1156"/>
                  <a:gd name="T71" fmla="*/ 240 h 604"/>
                  <a:gd name="T72" fmla="*/ 433 w 1156"/>
                  <a:gd name="T73" fmla="*/ 180 h 604"/>
                  <a:gd name="T74" fmla="*/ 399 w 1156"/>
                  <a:gd name="T75" fmla="*/ 158 h 604"/>
                  <a:gd name="T76" fmla="*/ 475 w 1156"/>
                  <a:gd name="T77" fmla="*/ 126 h 604"/>
                  <a:gd name="T78" fmla="*/ 514 w 1156"/>
                  <a:gd name="T79" fmla="*/ 100 h 604"/>
                  <a:gd name="T80" fmla="*/ 433 w 1156"/>
                  <a:gd name="T81" fmla="*/ 102 h 604"/>
                  <a:gd name="T82" fmla="*/ 420 w 1156"/>
                  <a:gd name="T83" fmla="*/ 84 h 604"/>
                  <a:gd name="T84" fmla="*/ 512 w 1156"/>
                  <a:gd name="T85" fmla="*/ 90 h 604"/>
                  <a:gd name="T86" fmla="*/ 464 w 1156"/>
                  <a:gd name="T87" fmla="*/ 82 h 604"/>
                  <a:gd name="T88" fmla="*/ 418 w 1156"/>
                  <a:gd name="T89" fmla="*/ 70 h 604"/>
                  <a:gd name="T90" fmla="*/ 462 w 1156"/>
                  <a:gd name="T91" fmla="*/ 72 h 604"/>
                  <a:gd name="T92" fmla="*/ 525 w 1156"/>
                  <a:gd name="T93" fmla="*/ 66 h 604"/>
                  <a:gd name="T94" fmla="*/ 558 w 1156"/>
                  <a:gd name="T95" fmla="*/ 118 h 604"/>
                  <a:gd name="T96" fmla="*/ 568 w 1156"/>
                  <a:gd name="T97" fmla="*/ 58 h 604"/>
                  <a:gd name="T98" fmla="*/ 584 w 1156"/>
                  <a:gd name="T99" fmla="*/ 110 h 604"/>
                  <a:gd name="T100" fmla="*/ 597 w 1156"/>
                  <a:gd name="T101" fmla="*/ 52 h 604"/>
                  <a:gd name="T102" fmla="*/ 616 w 1156"/>
                  <a:gd name="T103" fmla="*/ 102 h 604"/>
                  <a:gd name="T104" fmla="*/ 989 w 1156"/>
                  <a:gd name="T105" fmla="*/ 0 h 60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1156" h="604">
                    <a:moveTo>
                      <a:pt x="1143" y="8"/>
                    </a:moveTo>
                    <a:lnTo>
                      <a:pt x="1156" y="600"/>
                    </a:lnTo>
                    <a:lnTo>
                      <a:pt x="573" y="604"/>
                    </a:lnTo>
                    <a:lnTo>
                      <a:pt x="558" y="584"/>
                    </a:lnTo>
                    <a:lnTo>
                      <a:pt x="573" y="574"/>
                    </a:lnTo>
                    <a:lnTo>
                      <a:pt x="555" y="566"/>
                    </a:lnTo>
                    <a:lnTo>
                      <a:pt x="555" y="548"/>
                    </a:lnTo>
                    <a:lnTo>
                      <a:pt x="579" y="532"/>
                    </a:lnTo>
                    <a:lnTo>
                      <a:pt x="577" y="520"/>
                    </a:lnTo>
                    <a:lnTo>
                      <a:pt x="534" y="528"/>
                    </a:lnTo>
                    <a:lnTo>
                      <a:pt x="529" y="514"/>
                    </a:lnTo>
                    <a:lnTo>
                      <a:pt x="512" y="514"/>
                    </a:lnTo>
                    <a:lnTo>
                      <a:pt x="516" y="496"/>
                    </a:lnTo>
                    <a:lnTo>
                      <a:pt x="503" y="492"/>
                    </a:lnTo>
                    <a:lnTo>
                      <a:pt x="475" y="508"/>
                    </a:lnTo>
                    <a:lnTo>
                      <a:pt x="468" y="496"/>
                    </a:lnTo>
                    <a:lnTo>
                      <a:pt x="444" y="504"/>
                    </a:lnTo>
                    <a:lnTo>
                      <a:pt x="436" y="516"/>
                    </a:lnTo>
                    <a:lnTo>
                      <a:pt x="423" y="514"/>
                    </a:lnTo>
                    <a:lnTo>
                      <a:pt x="416" y="504"/>
                    </a:lnTo>
                    <a:lnTo>
                      <a:pt x="403" y="506"/>
                    </a:lnTo>
                    <a:lnTo>
                      <a:pt x="340" y="520"/>
                    </a:lnTo>
                    <a:lnTo>
                      <a:pt x="322" y="494"/>
                    </a:lnTo>
                    <a:lnTo>
                      <a:pt x="379" y="462"/>
                    </a:lnTo>
                    <a:lnTo>
                      <a:pt x="370" y="444"/>
                    </a:lnTo>
                    <a:lnTo>
                      <a:pt x="351" y="448"/>
                    </a:lnTo>
                    <a:lnTo>
                      <a:pt x="288" y="470"/>
                    </a:lnTo>
                    <a:lnTo>
                      <a:pt x="272" y="468"/>
                    </a:lnTo>
                    <a:lnTo>
                      <a:pt x="257" y="448"/>
                    </a:lnTo>
                    <a:lnTo>
                      <a:pt x="264" y="438"/>
                    </a:lnTo>
                    <a:lnTo>
                      <a:pt x="283" y="430"/>
                    </a:lnTo>
                    <a:lnTo>
                      <a:pt x="307" y="422"/>
                    </a:lnTo>
                    <a:lnTo>
                      <a:pt x="268" y="428"/>
                    </a:lnTo>
                    <a:lnTo>
                      <a:pt x="240" y="428"/>
                    </a:lnTo>
                    <a:lnTo>
                      <a:pt x="196" y="432"/>
                    </a:lnTo>
                    <a:lnTo>
                      <a:pt x="176" y="422"/>
                    </a:lnTo>
                    <a:lnTo>
                      <a:pt x="131" y="422"/>
                    </a:lnTo>
                    <a:lnTo>
                      <a:pt x="124" y="444"/>
                    </a:lnTo>
                    <a:lnTo>
                      <a:pt x="133" y="458"/>
                    </a:lnTo>
                    <a:lnTo>
                      <a:pt x="137" y="484"/>
                    </a:lnTo>
                    <a:lnTo>
                      <a:pt x="120" y="478"/>
                    </a:lnTo>
                    <a:lnTo>
                      <a:pt x="122" y="490"/>
                    </a:lnTo>
                    <a:lnTo>
                      <a:pt x="135" y="508"/>
                    </a:lnTo>
                    <a:lnTo>
                      <a:pt x="115" y="512"/>
                    </a:lnTo>
                    <a:lnTo>
                      <a:pt x="102" y="502"/>
                    </a:lnTo>
                    <a:lnTo>
                      <a:pt x="113" y="480"/>
                    </a:lnTo>
                    <a:lnTo>
                      <a:pt x="100" y="482"/>
                    </a:lnTo>
                    <a:lnTo>
                      <a:pt x="105" y="440"/>
                    </a:lnTo>
                    <a:lnTo>
                      <a:pt x="115" y="420"/>
                    </a:lnTo>
                    <a:lnTo>
                      <a:pt x="83" y="418"/>
                    </a:lnTo>
                    <a:lnTo>
                      <a:pt x="63" y="404"/>
                    </a:lnTo>
                    <a:lnTo>
                      <a:pt x="41" y="390"/>
                    </a:lnTo>
                    <a:lnTo>
                      <a:pt x="37" y="378"/>
                    </a:lnTo>
                    <a:lnTo>
                      <a:pt x="54" y="374"/>
                    </a:lnTo>
                    <a:lnTo>
                      <a:pt x="35" y="334"/>
                    </a:lnTo>
                    <a:lnTo>
                      <a:pt x="22" y="324"/>
                    </a:lnTo>
                    <a:lnTo>
                      <a:pt x="0" y="318"/>
                    </a:lnTo>
                    <a:lnTo>
                      <a:pt x="9" y="308"/>
                    </a:lnTo>
                    <a:lnTo>
                      <a:pt x="24" y="292"/>
                    </a:lnTo>
                    <a:lnTo>
                      <a:pt x="2" y="270"/>
                    </a:lnTo>
                    <a:lnTo>
                      <a:pt x="22" y="264"/>
                    </a:lnTo>
                    <a:lnTo>
                      <a:pt x="54" y="286"/>
                    </a:lnTo>
                    <a:lnTo>
                      <a:pt x="126" y="286"/>
                    </a:lnTo>
                    <a:lnTo>
                      <a:pt x="148" y="276"/>
                    </a:lnTo>
                    <a:lnTo>
                      <a:pt x="150" y="260"/>
                    </a:lnTo>
                    <a:lnTo>
                      <a:pt x="137" y="252"/>
                    </a:lnTo>
                    <a:lnTo>
                      <a:pt x="152" y="242"/>
                    </a:lnTo>
                    <a:lnTo>
                      <a:pt x="170" y="250"/>
                    </a:lnTo>
                    <a:lnTo>
                      <a:pt x="192" y="260"/>
                    </a:lnTo>
                    <a:lnTo>
                      <a:pt x="218" y="256"/>
                    </a:lnTo>
                    <a:lnTo>
                      <a:pt x="242" y="246"/>
                    </a:lnTo>
                    <a:lnTo>
                      <a:pt x="277" y="240"/>
                    </a:lnTo>
                    <a:lnTo>
                      <a:pt x="377" y="206"/>
                    </a:lnTo>
                    <a:lnTo>
                      <a:pt x="433" y="180"/>
                    </a:lnTo>
                    <a:lnTo>
                      <a:pt x="444" y="172"/>
                    </a:lnTo>
                    <a:lnTo>
                      <a:pt x="399" y="158"/>
                    </a:lnTo>
                    <a:lnTo>
                      <a:pt x="429" y="120"/>
                    </a:lnTo>
                    <a:lnTo>
                      <a:pt x="475" y="126"/>
                    </a:lnTo>
                    <a:lnTo>
                      <a:pt x="516" y="122"/>
                    </a:lnTo>
                    <a:lnTo>
                      <a:pt x="514" y="100"/>
                    </a:lnTo>
                    <a:lnTo>
                      <a:pt x="451" y="106"/>
                    </a:lnTo>
                    <a:lnTo>
                      <a:pt x="433" y="102"/>
                    </a:lnTo>
                    <a:lnTo>
                      <a:pt x="412" y="94"/>
                    </a:lnTo>
                    <a:cubicBezTo>
                      <a:pt x="418" y="83"/>
                      <a:pt x="414" y="84"/>
                      <a:pt x="420" y="84"/>
                    </a:cubicBezTo>
                    <a:lnTo>
                      <a:pt x="457" y="98"/>
                    </a:lnTo>
                    <a:lnTo>
                      <a:pt x="512" y="90"/>
                    </a:lnTo>
                    <a:lnTo>
                      <a:pt x="512" y="74"/>
                    </a:lnTo>
                    <a:lnTo>
                      <a:pt x="464" y="82"/>
                    </a:lnTo>
                    <a:lnTo>
                      <a:pt x="438" y="78"/>
                    </a:lnTo>
                    <a:cubicBezTo>
                      <a:pt x="431" y="75"/>
                      <a:pt x="418" y="70"/>
                      <a:pt x="418" y="70"/>
                    </a:cubicBezTo>
                    <a:lnTo>
                      <a:pt x="427" y="60"/>
                    </a:lnTo>
                    <a:lnTo>
                      <a:pt x="462" y="72"/>
                    </a:lnTo>
                    <a:lnTo>
                      <a:pt x="494" y="68"/>
                    </a:lnTo>
                    <a:lnTo>
                      <a:pt x="525" y="66"/>
                    </a:lnTo>
                    <a:lnTo>
                      <a:pt x="527" y="122"/>
                    </a:lnTo>
                    <a:lnTo>
                      <a:pt x="558" y="118"/>
                    </a:lnTo>
                    <a:lnTo>
                      <a:pt x="555" y="62"/>
                    </a:lnTo>
                    <a:lnTo>
                      <a:pt x="568" y="58"/>
                    </a:lnTo>
                    <a:lnTo>
                      <a:pt x="571" y="114"/>
                    </a:lnTo>
                    <a:lnTo>
                      <a:pt x="584" y="110"/>
                    </a:lnTo>
                    <a:lnTo>
                      <a:pt x="584" y="54"/>
                    </a:lnTo>
                    <a:lnTo>
                      <a:pt x="597" y="52"/>
                    </a:lnTo>
                    <a:lnTo>
                      <a:pt x="597" y="110"/>
                    </a:lnTo>
                    <a:lnTo>
                      <a:pt x="616" y="102"/>
                    </a:lnTo>
                    <a:lnTo>
                      <a:pt x="614" y="20"/>
                    </a:lnTo>
                    <a:lnTo>
                      <a:pt x="989" y="0"/>
                    </a:lnTo>
                    <a:lnTo>
                      <a:pt x="1143" y="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Freeform 32"/>
              <p:cNvSpPr>
                <a:spLocks/>
              </p:cNvSpPr>
              <p:nvPr/>
            </p:nvSpPr>
            <p:spPr bwMode="ltGray">
              <a:xfrm>
                <a:off x="2194" y="3470"/>
                <a:ext cx="222" cy="110"/>
              </a:xfrm>
              <a:custGeom>
                <a:avLst/>
                <a:gdLst>
                  <a:gd name="T0" fmla="*/ 267 w 204"/>
                  <a:gd name="T1" fmla="*/ 0 h 110"/>
                  <a:gd name="T2" fmla="*/ 156 w 204"/>
                  <a:gd name="T3" fmla="*/ 16 h 110"/>
                  <a:gd name="T4" fmla="*/ 158 w 204"/>
                  <a:gd name="T5" fmla="*/ 22 h 110"/>
                  <a:gd name="T6" fmla="*/ 240 w 204"/>
                  <a:gd name="T7" fmla="*/ 14 h 110"/>
                  <a:gd name="T8" fmla="*/ 238 w 204"/>
                  <a:gd name="T9" fmla="*/ 26 h 110"/>
                  <a:gd name="T10" fmla="*/ 156 w 204"/>
                  <a:gd name="T11" fmla="*/ 38 h 110"/>
                  <a:gd name="T12" fmla="*/ 158 w 204"/>
                  <a:gd name="T13" fmla="*/ 50 h 110"/>
                  <a:gd name="T14" fmla="*/ 244 w 204"/>
                  <a:gd name="T15" fmla="*/ 34 h 110"/>
                  <a:gd name="T16" fmla="*/ 250 w 204"/>
                  <a:gd name="T17" fmla="*/ 80 h 110"/>
                  <a:gd name="T18" fmla="*/ 170 w 204"/>
                  <a:gd name="T19" fmla="*/ 84 h 110"/>
                  <a:gd name="T20" fmla="*/ 104 w 204"/>
                  <a:gd name="T21" fmla="*/ 44 h 110"/>
                  <a:gd name="T22" fmla="*/ 104 w 204"/>
                  <a:gd name="T23" fmla="*/ 56 h 110"/>
                  <a:gd name="T24" fmla="*/ 156 w 204"/>
                  <a:gd name="T25" fmla="*/ 86 h 110"/>
                  <a:gd name="T26" fmla="*/ 64 w 204"/>
                  <a:gd name="T27" fmla="*/ 94 h 110"/>
                  <a:gd name="T28" fmla="*/ 64 w 204"/>
                  <a:gd name="T29" fmla="*/ 30 h 110"/>
                  <a:gd name="T30" fmla="*/ 42 w 204"/>
                  <a:gd name="T31" fmla="*/ 34 h 110"/>
                  <a:gd name="T32" fmla="*/ 48 w 204"/>
                  <a:gd name="T33" fmla="*/ 94 h 110"/>
                  <a:gd name="T34" fmla="*/ 16 w 204"/>
                  <a:gd name="T35" fmla="*/ 88 h 110"/>
                  <a:gd name="T36" fmla="*/ 16 w 204"/>
                  <a:gd name="T37" fmla="*/ 32 h 110"/>
                  <a:gd name="T38" fmla="*/ 0 w 204"/>
                  <a:gd name="T39" fmla="*/ 28 h 110"/>
                  <a:gd name="T40" fmla="*/ 4 w 204"/>
                  <a:gd name="T41" fmla="*/ 92 h 110"/>
                  <a:gd name="T42" fmla="*/ 98 w 204"/>
                  <a:gd name="T43" fmla="*/ 110 h 110"/>
                  <a:gd name="T44" fmla="*/ 255 w 204"/>
                  <a:gd name="T45" fmla="*/ 98 h 110"/>
                  <a:gd name="T46" fmla="*/ 286 w 204"/>
                  <a:gd name="T47" fmla="*/ 72 h 110"/>
                  <a:gd name="T48" fmla="*/ 267 w 204"/>
                  <a:gd name="T49" fmla="*/ 0 h 11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04" h="110">
                    <a:moveTo>
                      <a:pt x="190" y="0"/>
                    </a:moveTo>
                    <a:lnTo>
                      <a:pt x="110" y="16"/>
                    </a:lnTo>
                    <a:lnTo>
                      <a:pt x="112" y="22"/>
                    </a:lnTo>
                    <a:lnTo>
                      <a:pt x="172" y="14"/>
                    </a:lnTo>
                    <a:lnTo>
                      <a:pt x="170" y="26"/>
                    </a:lnTo>
                    <a:lnTo>
                      <a:pt x="110" y="38"/>
                    </a:lnTo>
                    <a:lnTo>
                      <a:pt x="112" y="50"/>
                    </a:lnTo>
                    <a:lnTo>
                      <a:pt x="174" y="34"/>
                    </a:lnTo>
                    <a:lnTo>
                      <a:pt x="178" y="80"/>
                    </a:lnTo>
                    <a:lnTo>
                      <a:pt x="120" y="84"/>
                    </a:lnTo>
                    <a:lnTo>
                      <a:pt x="74" y="44"/>
                    </a:lnTo>
                    <a:lnTo>
                      <a:pt x="74" y="56"/>
                    </a:lnTo>
                    <a:lnTo>
                      <a:pt x="110" y="86"/>
                    </a:lnTo>
                    <a:lnTo>
                      <a:pt x="46" y="94"/>
                    </a:lnTo>
                    <a:lnTo>
                      <a:pt x="46" y="30"/>
                    </a:lnTo>
                    <a:cubicBezTo>
                      <a:pt x="29" y="32"/>
                      <a:pt x="30" y="27"/>
                      <a:pt x="30" y="34"/>
                    </a:cubicBezTo>
                    <a:lnTo>
                      <a:pt x="34" y="94"/>
                    </a:lnTo>
                    <a:lnTo>
                      <a:pt x="12" y="88"/>
                    </a:lnTo>
                    <a:lnTo>
                      <a:pt x="12" y="32"/>
                    </a:lnTo>
                    <a:lnTo>
                      <a:pt x="0" y="28"/>
                    </a:lnTo>
                    <a:lnTo>
                      <a:pt x="4" y="92"/>
                    </a:lnTo>
                    <a:lnTo>
                      <a:pt x="70" y="110"/>
                    </a:lnTo>
                    <a:lnTo>
                      <a:pt x="182" y="98"/>
                    </a:lnTo>
                    <a:lnTo>
                      <a:pt x="204" y="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Freeform 33"/>
              <p:cNvSpPr>
                <a:spLocks/>
              </p:cNvSpPr>
              <p:nvPr/>
            </p:nvSpPr>
            <p:spPr bwMode="ltGray">
              <a:xfrm>
                <a:off x="2874" y="3426"/>
                <a:ext cx="1004" cy="606"/>
              </a:xfrm>
              <a:custGeom>
                <a:avLst/>
                <a:gdLst>
                  <a:gd name="T0" fmla="*/ 487 w 1004"/>
                  <a:gd name="T1" fmla="*/ 28 h 606"/>
                  <a:gd name="T2" fmla="*/ 487 w 1004"/>
                  <a:gd name="T3" fmla="*/ 36 h 606"/>
                  <a:gd name="T4" fmla="*/ 315 w 1004"/>
                  <a:gd name="T5" fmla="*/ 56 h 606"/>
                  <a:gd name="T6" fmla="*/ 520 w 1004"/>
                  <a:gd name="T7" fmla="*/ 42 h 606"/>
                  <a:gd name="T8" fmla="*/ 317 w 1004"/>
                  <a:gd name="T9" fmla="*/ 66 h 606"/>
                  <a:gd name="T10" fmla="*/ 392 w 1004"/>
                  <a:gd name="T11" fmla="*/ 88 h 606"/>
                  <a:gd name="T12" fmla="*/ 514 w 1004"/>
                  <a:gd name="T13" fmla="*/ 82 h 606"/>
                  <a:gd name="T14" fmla="*/ 535 w 1004"/>
                  <a:gd name="T15" fmla="*/ 102 h 606"/>
                  <a:gd name="T16" fmla="*/ 518 w 1004"/>
                  <a:gd name="T17" fmla="*/ 130 h 606"/>
                  <a:gd name="T18" fmla="*/ 601 w 1004"/>
                  <a:gd name="T19" fmla="*/ 182 h 606"/>
                  <a:gd name="T20" fmla="*/ 780 w 1004"/>
                  <a:gd name="T21" fmla="*/ 206 h 606"/>
                  <a:gd name="T22" fmla="*/ 845 w 1004"/>
                  <a:gd name="T23" fmla="*/ 186 h 606"/>
                  <a:gd name="T24" fmla="*/ 841 w 1004"/>
                  <a:gd name="T25" fmla="*/ 210 h 606"/>
                  <a:gd name="T26" fmla="*/ 865 w 1004"/>
                  <a:gd name="T27" fmla="*/ 240 h 606"/>
                  <a:gd name="T28" fmla="*/ 969 w 1004"/>
                  <a:gd name="T29" fmla="*/ 224 h 606"/>
                  <a:gd name="T30" fmla="*/ 1000 w 1004"/>
                  <a:gd name="T31" fmla="*/ 214 h 606"/>
                  <a:gd name="T32" fmla="*/ 993 w 1004"/>
                  <a:gd name="T33" fmla="*/ 248 h 606"/>
                  <a:gd name="T34" fmla="*/ 997 w 1004"/>
                  <a:gd name="T35" fmla="*/ 262 h 606"/>
                  <a:gd name="T36" fmla="*/ 993 w 1004"/>
                  <a:gd name="T37" fmla="*/ 282 h 606"/>
                  <a:gd name="T38" fmla="*/ 954 w 1004"/>
                  <a:gd name="T39" fmla="*/ 342 h 606"/>
                  <a:gd name="T40" fmla="*/ 910 w 1004"/>
                  <a:gd name="T41" fmla="*/ 358 h 606"/>
                  <a:gd name="T42" fmla="*/ 886 w 1004"/>
                  <a:gd name="T43" fmla="*/ 414 h 606"/>
                  <a:gd name="T44" fmla="*/ 869 w 1004"/>
                  <a:gd name="T45" fmla="*/ 430 h 606"/>
                  <a:gd name="T46" fmla="*/ 882 w 1004"/>
                  <a:gd name="T47" fmla="*/ 472 h 606"/>
                  <a:gd name="T48" fmla="*/ 862 w 1004"/>
                  <a:gd name="T49" fmla="*/ 452 h 606"/>
                  <a:gd name="T50" fmla="*/ 847 w 1004"/>
                  <a:gd name="T51" fmla="*/ 440 h 606"/>
                  <a:gd name="T52" fmla="*/ 860 w 1004"/>
                  <a:gd name="T53" fmla="*/ 380 h 606"/>
                  <a:gd name="T54" fmla="*/ 688 w 1004"/>
                  <a:gd name="T55" fmla="*/ 398 h 606"/>
                  <a:gd name="T56" fmla="*/ 710 w 1004"/>
                  <a:gd name="T57" fmla="*/ 430 h 606"/>
                  <a:gd name="T58" fmla="*/ 660 w 1004"/>
                  <a:gd name="T59" fmla="*/ 436 h 606"/>
                  <a:gd name="T60" fmla="*/ 570 w 1004"/>
                  <a:gd name="T61" fmla="*/ 400 h 606"/>
                  <a:gd name="T62" fmla="*/ 616 w 1004"/>
                  <a:gd name="T63" fmla="*/ 444 h 606"/>
                  <a:gd name="T64" fmla="*/ 647 w 1004"/>
                  <a:gd name="T65" fmla="*/ 476 h 606"/>
                  <a:gd name="T66" fmla="*/ 575 w 1004"/>
                  <a:gd name="T67" fmla="*/ 470 h 606"/>
                  <a:gd name="T68" fmla="*/ 538 w 1004"/>
                  <a:gd name="T69" fmla="*/ 480 h 606"/>
                  <a:gd name="T70" fmla="*/ 487 w 1004"/>
                  <a:gd name="T71" fmla="*/ 478 h 606"/>
                  <a:gd name="T72" fmla="*/ 409 w 1004"/>
                  <a:gd name="T73" fmla="*/ 512 h 606"/>
                  <a:gd name="T74" fmla="*/ 357 w 1004"/>
                  <a:gd name="T75" fmla="*/ 520 h 606"/>
                  <a:gd name="T76" fmla="*/ 374 w 1004"/>
                  <a:gd name="T77" fmla="*/ 550 h 606"/>
                  <a:gd name="T78" fmla="*/ 0 w 1004"/>
                  <a:gd name="T79" fmla="*/ 606 h 606"/>
                  <a:gd name="T80" fmla="*/ 296 w 1004"/>
                  <a:gd name="T81" fmla="*/ 8 h 60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004" h="606">
                    <a:moveTo>
                      <a:pt x="315" y="22"/>
                    </a:moveTo>
                    <a:lnTo>
                      <a:pt x="487" y="28"/>
                    </a:lnTo>
                    <a:lnTo>
                      <a:pt x="518" y="18"/>
                    </a:lnTo>
                    <a:lnTo>
                      <a:pt x="487" y="36"/>
                    </a:lnTo>
                    <a:lnTo>
                      <a:pt x="313" y="36"/>
                    </a:lnTo>
                    <a:lnTo>
                      <a:pt x="315" y="56"/>
                    </a:lnTo>
                    <a:lnTo>
                      <a:pt x="487" y="52"/>
                    </a:lnTo>
                    <a:lnTo>
                      <a:pt x="520" y="42"/>
                    </a:lnTo>
                    <a:lnTo>
                      <a:pt x="487" y="64"/>
                    </a:lnTo>
                    <a:lnTo>
                      <a:pt x="317" y="66"/>
                    </a:lnTo>
                    <a:lnTo>
                      <a:pt x="333" y="78"/>
                    </a:lnTo>
                    <a:lnTo>
                      <a:pt x="392" y="88"/>
                    </a:lnTo>
                    <a:lnTo>
                      <a:pt x="477" y="84"/>
                    </a:lnTo>
                    <a:lnTo>
                      <a:pt x="514" y="82"/>
                    </a:lnTo>
                    <a:lnTo>
                      <a:pt x="516" y="102"/>
                    </a:lnTo>
                    <a:lnTo>
                      <a:pt x="535" y="102"/>
                    </a:lnTo>
                    <a:lnTo>
                      <a:pt x="540" y="120"/>
                    </a:lnTo>
                    <a:lnTo>
                      <a:pt x="518" y="130"/>
                    </a:lnTo>
                    <a:lnTo>
                      <a:pt x="527" y="148"/>
                    </a:lnTo>
                    <a:lnTo>
                      <a:pt x="601" y="182"/>
                    </a:lnTo>
                    <a:lnTo>
                      <a:pt x="701" y="202"/>
                    </a:lnTo>
                    <a:lnTo>
                      <a:pt x="780" y="206"/>
                    </a:lnTo>
                    <a:lnTo>
                      <a:pt x="817" y="196"/>
                    </a:lnTo>
                    <a:lnTo>
                      <a:pt x="845" y="186"/>
                    </a:lnTo>
                    <a:lnTo>
                      <a:pt x="856" y="194"/>
                    </a:lnTo>
                    <a:lnTo>
                      <a:pt x="841" y="210"/>
                    </a:lnTo>
                    <a:lnTo>
                      <a:pt x="843" y="228"/>
                    </a:lnTo>
                    <a:lnTo>
                      <a:pt x="865" y="240"/>
                    </a:lnTo>
                    <a:lnTo>
                      <a:pt x="921" y="236"/>
                    </a:lnTo>
                    <a:lnTo>
                      <a:pt x="969" y="224"/>
                    </a:lnTo>
                    <a:lnTo>
                      <a:pt x="991" y="204"/>
                    </a:lnTo>
                    <a:lnTo>
                      <a:pt x="1000" y="214"/>
                    </a:lnTo>
                    <a:lnTo>
                      <a:pt x="984" y="232"/>
                    </a:lnTo>
                    <a:lnTo>
                      <a:pt x="993" y="248"/>
                    </a:lnTo>
                    <a:lnTo>
                      <a:pt x="982" y="260"/>
                    </a:lnTo>
                    <a:lnTo>
                      <a:pt x="997" y="262"/>
                    </a:lnTo>
                    <a:lnTo>
                      <a:pt x="1004" y="274"/>
                    </a:lnTo>
                    <a:lnTo>
                      <a:pt x="993" y="282"/>
                    </a:lnTo>
                    <a:lnTo>
                      <a:pt x="941" y="328"/>
                    </a:lnTo>
                    <a:lnTo>
                      <a:pt x="954" y="342"/>
                    </a:lnTo>
                    <a:lnTo>
                      <a:pt x="928" y="358"/>
                    </a:lnTo>
                    <a:lnTo>
                      <a:pt x="910" y="358"/>
                    </a:lnTo>
                    <a:lnTo>
                      <a:pt x="871" y="378"/>
                    </a:lnTo>
                    <a:lnTo>
                      <a:pt x="886" y="414"/>
                    </a:lnTo>
                    <a:lnTo>
                      <a:pt x="882" y="442"/>
                    </a:lnTo>
                    <a:lnTo>
                      <a:pt x="869" y="430"/>
                    </a:lnTo>
                    <a:lnTo>
                      <a:pt x="869" y="450"/>
                    </a:lnTo>
                    <a:lnTo>
                      <a:pt x="882" y="472"/>
                    </a:lnTo>
                    <a:lnTo>
                      <a:pt x="851" y="472"/>
                    </a:lnTo>
                    <a:lnTo>
                      <a:pt x="862" y="452"/>
                    </a:lnTo>
                    <a:lnTo>
                      <a:pt x="865" y="428"/>
                    </a:lnTo>
                    <a:lnTo>
                      <a:pt x="847" y="440"/>
                    </a:lnTo>
                    <a:lnTo>
                      <a:pt x="851" y="398"/>
                    </a:lnTo>
                    <a:lnTo>
                      <a:pt x="860" y="380"/>
                    </a:lnTo>
                    <a:lnTo>
                      <a:pt x="756" y="396"/>
                    </a:lnTo>
                    <a:lnTo>
                      <a:pt x="688" y="398"/>
                    </a:lnTo>
                    <a:lnTo>
                      <a:pt x="708" y="418"/>
                    </a:lnTo>
                    <a:lnTo>
                      <a:pt x="710" y="430"/>
                    </a:lnTo>
                    <a:lnTo>
                      <a:pt x="690" y="442"/>
                    </a:lnTo>
                    <a:lnTo>
                      <a:pt x="660" y="436"/>
                    </a:lnTo>
                    <a:lnTo>
                      <a:pt x="588" y="406"/>
                    </a:lnTo>
                    <a:lnTo>
                      <a:pt x="570" y="400"/>
                    </a:lnTo>
                    <a:lnTo>
                      <a:pt x="548" y="424"/>
                    </a:lnTo>
                    <a:lnTo>
                      <a:pt x="616" y="444"/>
                    </a:lnTo>
                    <a:lnTo>
                      <a:pt x="649" y="462"/>
                    </a:lnTo>
                    <a:lnTo>
                      <a:pt x="647" y="476"/>
                    </a:lnTo>
                    <a:lnTo>
                      <a:pt x="629" y="494"/>
                    </a:lnTo>
                    <a:lnTo>
                      <a:pt x="575" y="470"/>
                    </a:lnTo>
                    <a:lnTo>
                      <a:pt x="553" y="482"/>
                    </a:lnTo>
                    <a:lnTo>
                      <a:pt x="538" y="480"/>
                    </a:lnTo>
                    <a:lnTo>
                      <a:pt x="496" y="462"/>
                    </a:lnTo>
                    <a:lnTo>
                      <a:pt x="487" y="478"/>
                    </a:lnTo>
                    <a:lnTo>
                      <a:pt x="431" y="476"/>
                    </a:lnTo>
                    <a:lnTo>
                      <a:pt x="409" y="512"/>
                    </a:lnTo>
                    <a:lnTo>
                      <a:pt x="365" y="508"/>
                    </a:lnTo>
                    <a:lnTo>
                      <a:pt x="357" y="520"/>
                    </a:lnTo>
                    <a:lnTo>
                      <a:pt x="370" y="534"/>
                    </a:lnTo>
                    <a:lnTo>
                      <a:pt x="374" y="550"/>
                    </a:lnTo>
                    <a:lnTo>
                      <a:pt x="342" y="606"/>
                    </a:lnTo>
                    <a:lnTo>
                      <a:pt x="0" y="606"/>
                    </a:lnTo>
                    <a:lnTo>
                      <a:pt x="8" y="0"/>
                    </a:lnTo>
                    <a:lnTo>
                      <a:pt x="296" y="8"/>
                    </a:lnTo>
                    <a:lnTo>
                      <a:pt x="315" y="2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Freeform 34"/>
              <p:cNvSpPr>
                <a:spLocks/>
              </p:cNvSpPr>
              <p:nvPr/>
            </p:nvSpPr>
            <p:spPr bwMode="ltGray">
              <a:xfrm>
                <a:off x="3209" y="3454"/>
                <a:ext cx="161" cy="92"/>
              </a:xfrm>
              <a:custGeom>
                <a:avLst/>
                <a:gdLst>
                  <a:gd name="T0" fmla="*/ 0 w 148"/>
                  <a:gd name="T1" fmla="*/ 82 h 92"/>
                  <a:gd name="T2" fmla="*/ 4 w 148"/>
                  <a:gd name="T3" fmla="*/ 2 h 92"/>
                  <a:gd name="T4" fmla="*/ 26 w 148"/>
                  <a:gd name="T5" fmla="*/ 0 h 92"/>
                  <a:gd name="T6" fmla="*/ 16 w 148"/>
                  <a:gd name="T7" fmla="*/ 74 h 92"/>
                  <a:gd name="T8" fmla="*/ 62 w 148"/>
                  <a:gd name="T9" fmla="*/ 78 h 92"/>
                  <a:gd name="T10" fmla="*/ 64 w 148"/>
                  <a:gd name="T11" fmla="*/ 2 h 92"/>
                  <a:gd name="T12" fmla="*/ 82 w 148"/>
                  <a:gd name="T13" fmla="*/ 2 h 92"/>
                  <a:gd name="T14" fmla="*/ 78 w 148"/>
                  <a:gd name="T15" fmla="*/ 72 h 92"/>
                  <a:gd name="T16" fmla="*/ 132 w 148"/>
                  <a:gd name="T17" fmla="*/ 70 h 92"/>
                  <a:gd name="T18" fmla="*/ 129 w 148"/>
                  <a:gd name="T19" fmla="*/ 2 h 92"/>
                  <a:gd name="T20" fmla="*/ 148 w 148"/>
                  <a:gd name="T21" fmla="*/ 4 h 92"/>
                  <a:gd name="T22" fmla="*/ 146 w 148"/>
                  <a:gd name="T23" fmla="*/ 68 h 92"/>
                  <a:gd name="T24" fmla="*/ 190 w 148"/>
                  <a:gd name="T25" fmla="*/ 64 h 92"/>
                  <a:gd name="T26" fmla="*/ 178 w 148"/>
                  <a:gd name="T27" fmla="*/ 0 h 92"/>
                  <a:gd name="T28" fmla="*/ 199 w 148"/>
                  <a:gd name="T29" fmla="*/ 2 h 92"/>
                  <a:gd name="T30" fmla="*/ 207 w 148"/>
                  <a:gd name="T31" fmla="*/ 70 h 92"/>
                  <a:gd name="T32" fmla="*/ 84 w 148"/>
                  <a:gd name="T33" fmla="*/ 88 h 92"/>
                  <a:gd name="T34" fmla="*/ 12 w 148"/>
                  <a:gd name="T35" fmla="*/ 92 h 92"/>
                  <a:gd name="T36" fmla="*/ 0 w 148"/>
                  <a:gd name="T37" fmla="*/ 82 h 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48" h="92">
                    <a:moveTo>
                      <a:pt x="0" y="82"/>
                    </a:moveTo>
                    <a:lnTo>
                      <a:pt x="4" y="2"/>
                    </a:lnTo>
                    <a:lnTo>
                      <a:pt x="18" y="0"/>
                    </a:lnTo>
                    <a:lnTo>
                      <a:pt x="12" y="74"/>
                    </a:lnTo>
                    <a:lnTo>
                      <a:pt x="44" y="78"/>
                    </a:lnTo>
                    <a:lnTo>
                      <a:pt x="46" y="2"/>
                    </a:lnTo>
                    <a:lnTo>
                      <a:pt x="58" y="2"/>
                    </a:lnTo>
                    <a:lnTo>
                      <a:pt x="56" y="72"/>
                    </a:lnTo>
                    <a:lnTo>
                      <a:pt x="94" y="70"/>
                    </a:lnTo>
                    <a:lnTo>
                      <a:pt x="92" y="2"/>
                    </a:lnTo>
                    <a:lnTo>
                      <a:pt x="106" y="4"/>
                    </a:lnTo>
                    <a:lnTo>
                      <a:pt x="104" y="68"/>
                    </a:lnTo>
                    <a:lnTo>
                      <a:pt x="136" y="64"/>
                    </a:lnTo>
                    <a:lnTo>
                      <a:pt x="128" y="0"/>
                    </a:lnTo>
                    <a:lnTo>
                      <a:pt x="142" y="2"/>
                    </a:lnTo>
                    <a:lnTo>
                      <a:pt x="148" y="70"/>
                    </a:lnTo>
                    <a:lnTo>
                      <a:pt x="60" y="88"/>
                    </a:lnTo>
                    <a:lnTo>
                      <a:pt x="8" y="92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55" name="Rectangle 35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noProof="0"/>
              <a:t>マスタ タイトルの書式設定</a:t>
            </a:r>
          </a:p>
        </p:txBody>
      </p:sp>
      <p:sp>
        <p:nvSpPr>
          <p:cNvPr id="5156" name="Rectangle 36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859088"/>
            <a:ext cx="5715000" cy="2162175"/>
          </a:xfrm>
        </p:spPr>
        <p:txBody>
          <a:bodyPr anchor="ctr"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pPr lvl="0"/>
            <a:r>
              <a:rPr lang="ja-JP" altLang="en-US" noProof="0"/>
              <a:t>マスタ サブタイトルの書式設定</a:t>
            </a: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9" name="Rectangle 3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35333-3EF0-48E3-9B46-70FFC96E501F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268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71E49-7E5F-4296-80B5-7E6CDF4795A2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45268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AA143-6F01-40A4-B287-3097C84DC1BE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5639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12181-A3CD-4FA8-A23A-A58D593D6E19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45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1E328-4B63-4B03-A812-4FEBE1C2966E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4700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3CB772-1982-43E4-92C3-73AF80E951C7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4391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EA590-D32E-4BA9-AFF6-63E3A0CC0604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4258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A634D-7CCA-40ED-9F5A-2BD4BB5A2F70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46628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8D34B-009B-45B2-AF0B-533EA508D519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08991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6585B-B08F-4B29-9C0E-780371090BB7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9409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9400"/>
            <a:ext cx="2057400" cy="5816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9400"/>
            <a:ext cx="6019800" cy="5816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F3FDC-A141-49FF-902A-4EE29AE0C5C3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56825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94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5BD44D-8A66-4CC1-8808-8FBF8AC6BC1E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6855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folHlink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3403600"/>
            <a:ext cx="9144000" cy="3454400"/>
            <a:chOff x="0" y="2144"/>
            <a:chExt cx="5760" cy="2176"/>
          </a:xfrm>
        </p:grpSpPr>
        <p:sp>
          <p:nvSpPr>
            <p:cNvPr id="1032" name="Freeform 3"/>
            <p:cNvSpPr>
              <a:spLocks/>
            </p:cNvSpPr>
            <p:nvPr/>
          </p:nvSpPr>
          <p:spPr bwMode="ltGray">
            <a:xfrm>
              <a:off x="0" y="3182"/>
              <a:ext cx="5760" cy="1134"/>
            </a:xfrm>
            <a:custGeom>
              <a:avLst/>
              <a:gdLst>
                <a:gd name="T0" fmla="*/ 13729 w 4312"/>
                <a:gd name="T1" fmla="*/ 442 h 1232"/>
                <a:gd name="T2" fmla="*/ 13729 w 4312"/>
                <a:gd name="T3" fmla="*/ 885 h 1232"/>
                <a:gd name="T4" fmla="*/ 0 w 4312"/>
                <a:gd name="T5" fmla="*/ 885 h 1232"/>
                <a:gd name="T6" fmla="*/ 0 w 4312"/>
                <a:gd name="T7" fmla="*/ 0 h 1232"/>
                <a:gd name="T8" fmla="*/ 468 w 4312"/>
                <a:gd name="T9" fmla="*/ 35 h 1232"/>
                <a:gd name="T10" fmla="*/ 637 w 4312"/>
                <a:gd name="T11" fmla="*/ 80 h 1232"/>
                <a:gd name="T12" fmla="*/ 828 w 4312"/>
                <a:gd name="T13" fmla="*/ 114 h 1232"/>
                <a:gd name="T14" fmla="*/ 1355 w 4312"/>
                <a:gd name="T15" fmla="*/ 86 h 1232"/>
                <a:gd name="T16" fmla="*/ 1603 w 4312"/>
                <a:gd name="T17" fmla="*/ 64 h 1232"/>
                <a:gd name="T18" fmla="*/ 1961 w 4312"/>
                <a:gd name="T19" fmla="*/ 80 h 1232"/>
                <a:gd name="T20" fmla="*/ 2156 w 4312"/>
                <a:gd name="T21" fmla="*/ 144 h 1232"/>
                <a:gd name="T22" fmla="*/ 2237 w 4312"/>
                <a:gd name="T23" fmla="*/ 155 h 1232"/>
                <a:gd name="T24" fmla="*/ 2406 w 4312"/>
                <a:gd name="T25" fmla="*/ 190 h 1232"/>
                <a:gd name="T26" fmla="*/ 2762 w 4312"/>
                <a:gd name="T27" fmla="*/ 207 h 1232"/>
                <a:gd name="T28" fmla="*/ 2682 w 4312"/>
                <a:gd name="T29" fmla="*/ 218 h 1232"/>
                <a:gd name="T30" fmla="*/ 2705 w 4312"/>
                <a:gd name="T31" fmla="*/ 236 h 1232"/>
                <a:gd name="T32" fmla="*/ 2625 w 4312"/>
                <a:gd name="T33" fmla="*/ 248 h 1232"/>
                <a:gd name="T34" fmla="*/ 2955 w 4312"/>
                <a:gd name="T35" fmla="*/ 304 h 1232"/>
                <a:gd name="T36" fmla="*/ 3231 w 4312"/>
                <a:gd name="T37" fmla="*/ 282 h 1232"/>
                <a:gd name="T38" fmla="*/ 3704 w 4312"/>
                <a:gd name="T39" fmla="*/ 310 h 1232"/>
                <a:gd name="T40" fmla="*/ 4033 w 4312"/>
                <a:gd name="T41" fmla="*/ 357 h 1232"/>
                <a:gd name="T42" fmla="*/ 4364 w 4312"/>
                <a:gd name="T43" fmla="*/ 401 h 1232"/>
                <a:gd name="T44" fmla="*/ 4614 w 4312"/>
                <a:gd name="T45" fmla="*/ 408 h 1232"/>
                <a:gd name="T46" fmla="*/ 5275 w 4312"/>
                <a:gd name="T47" fmla="*/ 397 h 1232"/>
                <a:gd name="T48" fmla="*/ 5442 w 4312"/>
                <a:gd name="T49" fmla="*/ 401 h 1232"/>
                <a:gd name="T50" fmla="*/ 5471 w 4312"/>
                <a:gd name="T51" fmla="*/ 420 h 1232"/>
                <a:gd name="T52" fmla="*/ 5664 w 4312"/>
                <a:gd name="T53" fmla="*/ 436 h 1232"/>
                <a:gd name="T54" fmla="*/ 5829 w 4312"/>
                <a:gd name="T55" fmla="*/ 465 h 1232"/>
                <a:gd name="T56" fmla="*/ 5884 w 4312"/>
                <a:gd name="T57" fmla="*/ 516 h 1232"/>
                <a:gd name="T58" fmla="*/ 6049 w 4312"/>
                <a:gd name="T59" fmla="*/ 535 h 1232"/>
                <a:gd name="T60" fmla="*/ 6493 w 4312"/>
                <a:gd name="T61" fmla="*/ 569 h 1232"/>
                <a:gd name="T62" fmla="*/ 6877 w 4312"/>
                <a:gd name="T63" fmla="*/ 539 h 1232"/>
                <a:gd name="T64" fmla="*/ 7652 w 4312"/>
                <a:gd name="T65" fmla="*/ 603 h 1232"/>
                <a:gd name="T66" fmla="*/ 8342 w 4312"/>
                <a:gd name="T67" fmla="*/ 563 h 1232"/>
                <a:gd name="T68" fmla="*/ 8591 w 4312"/>
                <a:gd name="T69" fmla="*/ 523 h 1232"/>
                <a:gd name="T70" fmla="*/ 9086 w 4312"/>
                <a:gd name="T71" fmla="*/ 500 h 1232"/>
                <a:gd name="T72" fmla="*/ 9754 w 4312"/>
                <a:gd name="T73" fmla="*/ 459 h 1232"/>
                <a:gd name="T74" fmla="*/ 9944 w 4312"/>
                <a:gd name="T75" fmla="*/ 465 h 1232"/>
                <a:gd name="T76" fmla="*/ 10025 w 4312"/>
                <a:gd name="T77" fmla="*/ 483 h 1232"/>
                <a:gd name="T78" fmla="*/ 10108 w 4312"/>
                <a:gd name="T79" fmla="*/ 488 h 1232"/>
                <a:gd name="T80" fmla="*/ 10526 w 4312"/>
                <a:gd name="T81" fmla="*/ 465 h 1232"/>
                <a:gd name="T82" fmla="*/ 11604 w 4312"/>
                <a:gd name="T83" fmla="*/ 511 h 1232"/>
                <a:gd name="T84" fmla="*/ 11739 w 4312"/>
                <a:gd name="T85" fmla="*/ 581 h 1232"/>
                <a:gd name="T86" fmla="*/ 11768 w 4312"/>
                <a:gd name="T87" fmla="*/ 597 h 1232"/>
                <a:gd name="T88" fmla="*/ 11934 w 4312"/>
                <a:gd name="T89" fmla="*/ 609 h 1232"/>
                <a:gd name="T90" fmla="*/ 12153 w 4312"/>
                <a:gd name="T91" fmla="*/ 591 h 1232"/>
                <a:gd name="T92" fmla="*/ 12237 w 4312"/>
                <a:gd name="T93" fmla="*/ 523 h 1232"/>
                <a:gd name="T94" fmla="*/ 12265 w 4312"/>
                <a:gd name="T95" fmla="*/ 494 h 1232"/>
                <a:gd name="T96" fmla="*/ 12430 w 4312"/>
                <a:gd name="T97" fmla="*/ 483 h 1232"/>
                <a:gd name="T98" fmla="*/ 12678 w 4312"/>
                <a:gd name="T99" fmla="*/ 511 h 1232"/>
                <a:gd name="T100" fmla="*/ 12736 w 4312"/>
                <a:gd name="T101" fmla="*/ 546 h 1232"/>
                <a:gd name="T102" fmla="*/ 12762 w 4312"/>
                <a:gd name="T103" fmla="*/ 573 h 1232"/>
                <a:gd name="T104" fmla="*/ 12845 w 4312"/>
                <a:gd name="T105" fmla="*/ 585 h 1232"/>
                <a:gd name="T106" fmla="*/ 13176 w 4312"/>
                <a:gd name="T107" fmla="*/ 557 h 1232"/>
                <a:gd name="T108" fmla="*/ 13453 w 4312"/>
                <a:gd name="T109" fmla="*/ 505 h 1232"/>
                <a:gd name="T110" fmla="*/ 13645 w 4312"/>
                <a:gd name="T111" fmla="*/ 465 h 1232"/>
                <a:gd name="T112" fmla="*/ 13729 w 4312"/>
                <a:gd name="T113" fmla="*/ 442 h 123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312" h="1232">
                  <a:moveTo>
                    <a:pt x="4312" y="616"/>
                  </a:moveTo>
                  <a:lnTo>
                    <a:pt x="4312" y="1232"/>
                  </a:lnTo>
                  <a:lnTo>
                    <a:pt x="0" y="1232"/>
                  </a:lnTo>
                  <a:lnTo>
                    <a:pt x="0" y="0"/>
                  </a:lnTo>
                  <a:cubicBezTo>
                    <a:pt x="50" y="15"/>
                    <a:pt x="103" y="21"/>
                    <a:pt x="147" y="48"/>
                  </a:cubicBezTo>
                  <a:cubicBezTo>
                    <a:pt x="168" y="76"/>
                    <a:pt x="168" y="93"/>
                    <a:pt x="200" y="112"/>
                  </a:cubicBezTo>
                  <a:cubicBezTo>
                    <a:pt x="213" y="149"/>
                    <a:pt x="226" y="139"/>
                    <a:pt x="260" y="160"/>
                  </a:cubicBezTo>
                  <a:cubicBezTo>
                    <a:pt x="317" y="143"/>
                    <a:pt x="367" y="132"/>
                    <a:pt x="425" y="120"/>
                  </a:cubicBezTo>
                  <a:cubicBezTo>
                    <a:pt x="454" y="114"/>
                    <a:pt x="475" y="97"/>
                    <a:pt x="503" y="88"/>
                  </a:cubicBezTo>
                  <a:cubicBezTo>
                    <a:pt x="540" y="99"/>
                    <a:pt x="616" y="112"/>
                    <a:pt x="616" y="112"/>
                  </a:cubicBezTo>
                  <a:cubicBezTo>
                    <a:pt x="665" y="142"/>
                    <a:pt x="643" y="169"/>
                    <a:pt x="677" y="200"/>
                  </a:cubicBezTo>
                  <a:cubicBezTo>
                    <a:pt x="684" y="207"/>
                    <a:pt x="695" y="210"/>
                    <a:pt x="703" y="216"/>
                  </a:cubicBezTo>
                  <a:cubicBezTo>
                    <a:pt x="721" y="231"/>
                    <a:pt x="755" y="264"/>
                    <a:pt x="755" y="264"/>
                  </a:cubicBezTo>
                  <a:cubicBezTo>
                    <a:pt x="801" y="253"/>
                    <a:pt x="838" y="248"/>
                    <a:pt x="868" y="288"/>
                  </a:cubicBezTo>
                  <a:cubicBezTo>
                    <a:pt x="859" y="293"/>
                    <a:pt x="846" y="295"/>
                    <a:pt x="842" y="304"/>
                  </a:cubicBezTo>
                  <a:cubicBezTo>
                    <a:pt x="838" y="312"/>
                    <a:pt x="854" y="320"/>
                    <a:pt x="850" y="328"/>
                  </a:cubicBezTo>
                  <a:cubicBezTo>
                    <a:pt x="846" y="337"/>
                    <a:pt x="833" y="339"/>
                    <a:pt x="824" y="344"/>
                  </a:cubicBezTo>
                  <a:cubicBezTo>
                    <a:pt x="843" y="394"/>
                    <a:pt x="875" y="408"/>
                    <a:pt x="928" y="424"/>
                  </a:cubicBezTo>
                  <a:cubicBezTo>
                    <a:pt x="960" y="414"/>
                    <a:pt x="983" y="400"/>
                    <a:pt x="1015" y="392"/>
                  </a:cubicBezTo>
                  <a:cubicBezTo>
                    <a:pt x="1068" y="402"/>
                    <a:pt x="1107" y="423"/>
                    <a:pt x="1163" y="432"/>
                  </a:cubicBezTo>
                  <a:cubicBezTo>
                    <a:pt x="1197" y="453"/>
                    <a:pt x="1232" y="475"/>
                    <a:pt x="1267" y="496"/>
                  </a:cubicBezTo>
                  <a:cubicBezTo>
                    <a:pt x="1297" y="515"/>
                    <a:pt x="1332" y="551"/>
                    <a:pt x="1371" y="560"/>
                  </a:cubicBezTo>
                  <a:cubicBezTo>
                    <a:pt x="1396" y="566"/>
                    <a:pt x="1423" y="565"/>
                    <a:pt x="1449" y="568"/>
                  </a:cubicBezTo>
                  <a:cubicBezTo>
                    <a:pt x="1516" y="583"/>
                    <a:pt x="1592" y="572"/>
                    <a:pt x="1657" y="552"/>
                  </a:cubicBezTo>
                  <a:cubicBezTo>
                    <a:pt x="1674" y="555"/>
                    <a:pt x="1694" y="552"/>
                    <a:pt x="1709" y="560"/>
                  </a:cubicBezTo>
                  <a:cubicBezTo>
                    <a:pt x="1717" y="564"/>
                    <a:pt x="1712" y="577"/>
                    <a:pt x="1718" y="584"/>
                  </a:cubicBezTo>
                  <a:cubicBezTo>
                    <a:pt x="1733" y="601"/>
                    <a:pt x="1758" y="603"/>
                    <a:pt x="1779" y="608"/>
                  </a:cubicBezTo>
                  <a:cubicBezTo>
                    <a:pt x="1795" y="623"/>
                    <a:pt x="1817" y="632"/>
                    <a:pt x="1831" y="648"/>
                  </a:cubicBezTo>
                  <a:cubicBezTo>
                    <a:pt x="1840" y="659"/>
                    <a:pt x="1847" y="719"/>
                    <a:pt x="1848" y="720"/>
                  </a:cubicBezTo>
                  <a:cubicBezTo>
                    <a:pt x="1855" y="732"/>
                    <a:pt x="1888" y="741"/>
                    <a:pt x="1900" y="744"/>
                  </a:cubicBezTo>
                  <a:cubicBezTo>
                    <a:pt x="1953" y="758"/>
                    <a:pt x="1991" y="777"/>
                    <a:pt x="2039" y="792"/>
                  </a:cubicBezTo>
                  <a:cubicBezTo>
                    <a:pt x="2109" y="776"/>
                    <a:pt x="2103" y="770"/>
                    <a:pt x="2160" y="752"/>
                  </a:cubicBezTo>
                  <a:cubicBezTo>
                    <a:pt x="2245" y="763"/>
                    <a:pt x="2332" y="796"/>
                    <a:pt x="2403" y="840"/>
                  </a:cubicBezTo>
                  <a:cubicBezTo>
                    <a:pt x="2476" y="823"/>
                    <a:pt x="2549" y="806"/>
                    <a:pt x="2620" y="784"/>
                  </a:cubicBezTo>
                  <a:cubicBezTo>
                    <a:pt x="2653" y="774"/>
                    <a:pt x="2667" y="741"/>
                    <a:pt x="2698" y="728"/>
                  </a:cubicBezTo>
                  <a:cubicBezTo>
                    <a:pt x="2754" y="705"/>
                    <a:pt x="2795" y="702"/>
                    <a:pt x="2854" y="696"/>
                  </a:cubicBezTo>
                  <a:cubicBezTo>
                    <a:pt x="2925" y="680"/>
                    <a:pt x="2991" y="653"/>
                    <a:pt x="3063" y="640"/>
                  </a:cubicBezTo>
                  <a:cubicBezTo>
                    <a:pt x="3083" y="643"/>
                    <a:pt x="3104" y="641"/>
                    <a:pt x="3123" y="648"/>
                  </a:cubicBezTo>
                  <a:cubicBezTo>
                    <a:pt x="3135" y="652"/>
                    <a:pt x="3140" y="666"/>
                    <a:pt x="3149" y="672"/>
                  </a:cubicBezTo>
                  <a:cubicBezTo>
                    <a:pt x="3157" y="677"/>
                    <a:pt x="3167" y="677"/>
                    <a:pt x="3175" y="680"/>
                  </a:cubicBezTo>
                  <a:cubicBezTo>
                    <a:pt x="3221" y="666"/>
                    <a:pt x="3265" y="673"/>
                    <a:pt x="3306" y="648"/>
                  </a:cubicBezTo>
                  <a:cubicBezTo>
                    <a:pt x="3415" y="682"/>
                    <a:pt x="3532" y="686"/>
                    <a:pt x="3644" y="712"/>
                  </a:cubicBezTo>
                  <a:cubicBezTo>
                    <a:pt x="3666" y="742"/>
                    <a:pt x="3675" y="774"/>
                    <a:pt x="3687" y="808"/>
                  </a:cubicBezTo>
                  <a:cubicBezTo>
                    <a:pt x="3691" y="816"/>
                    <a:pt x="3687" y="829"/>
                    <a:pt x="3696" y="832"/>
                  </a:cubicBezTo>
                  <a:cubicBezTo>
                    <a:pt x="3713" y="837"/>
                    <a:pt x="3748" y="848"/>
                    <a:pt x="3748" y="848"/>
                  </a:cubicBezTo>
                  <a:cubicBezTo>
                    <a:pt x="3798" y="833"/>
                    <a:pt x="3786" y="867"/>
                    <a:pt x="3817" y="824"/>
                  </a:cubicBezTo>
                  <a:cubicBezTo>
                    <a:pt x="3806" y="780"/>
                    <a:pt x="3809" y="760"/>
                    <a:pt x="3843" y="728"/>
                  </a:cubicBezTo>
                  <a:cubicBezTo>
                    <a:pt x="3847" y="715"/>
                    <a:pt x="3841" y="698"/>
                    <a:pt x="3852" y="688"/>
                  </a:cubicBezTo>
                  <a:cubicBezTo>
                    <a:pt x="3865" y="676"/>
                    <a:pt x="3904" y="672"/>
                    <a:pt x="3904" y="672"/>
                  </a:cubicBezTo>
                  <a:cubicBezTo>
                    <a:pt x="3932" y="681"/>
                    <a:pt x="3982" y="712"/>
                    <a:pt x="3982" y="712"/>
                  </a:cubicBezTo>
                  <a:cubicBezTo>
                    <a:pt x="3988" y="728"/>
                    <a:pt x="3996" y="743"/>
                    <a:pt x="4000" y="760"/>
                  </a:cubicBezTo>
                  <a:cubicBezTo>
                    <a:pt x="4003" y="773"/>
                    <a:pt x="4001" y="788"/>
                    <a:pt x="4008" y="800"/>
                  </a:cubicBezTo>
                  <a:cubicBezTo>
                    <a:pt x="4014" y="808"/>
                    <a:pt x="4026" y="811"/>
                    <a:pt x="4034" y="816"/>
                  </a:cubicBezTo>
                  <a:cubicBezTo>
                    <a:pt x="4072" y="804"/>
                    <a:pt x="4102" y="787"/>
                    <a:pt x="4138" y="776"/>
                  </a:cubicBezTo>
                  <a:cubicBezTo>
                    <a:pt x="4172" y="730"/>
                    <a:pt x="4159" y="719"/>
                    <a:pt x="4225" y="704"/>
                  </a:cubicBezTo>
                  <a:cubicBezTo>
                    <a:pt x="4246" y="675"/>
                    <a:pt x="4265" y="677"/>
                    <a:pt x="4286" y="648"/>
                  </a:cubicBezTo>
                  <a:cubicBezTo>
                    <a:pt x="4277" y="625"/>
                    <a:pt x="4312" y="616"/>
                    <a:pt x="4312" y="61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fol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4566" y="2144"/>
              <a:ext cx="1194" cy="2176"/>
              <a:chOff x="1754" y="405"/>
              <a:chExt cx="2124" cy="3627"/>
            </a:xfrm>
          </p:grpSpPr>
          <p:grpSp>
            <p:nvGrpSpPr>
              <p:cNvPr id="1034" name="Group 5"/>
              <p:cNvGrpSpPr>
                <a:grpSpLocks/>
              </p:cNvGrpSpPr>
              <p:nvPr/>
            </p:nvGrpSpPr>
            <p:grpSpPr bwMode="auto">
              <a:xfrm>
                <a:off x="1929" y="405"/>
                <a:ext cx="1740" cy="1929"/>
                <a:chOff x="1929" y="405"/>
                <a:chExt cx="1740" cy="1929"/>
              </a:xfrm>
            </p:grpSpPr>
            <p:sp>
              <p:nvSpPr>
                <p:cNvPr id="1050" name="Oval 6"/>
                <p:cNvSpPr>
                  <a:spLocks noChangeArrowheads="1"/>
                </p:cNvSpPr>
                <p:nvPr/>
              </p:nvSpPr>
              <p:spPr bwMode="ltGray">
                <a:xfrm>
                  <a:off x="2741" y="464"/>
                  <a:ext cx="47" cy="58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Freeform 7"/>
                <p:cNvSpPr>
                  <a:spLocks/>
                </p:cNvSpPr>
                <p:nvPr/>
              </p:nvSpPr>
              <p:spPr bwMode="ltGray">
                <a:xfrm>
                  <a:off x="2661" y="405"/>
                  <a:ext cx="225" cy="1215"/>
                </a:xfrm>
                <a:custGeom>
                  <a:avLst/>
                  <a:gdLst>
                    <a:gd name="T0" fmla="*/ 39 w 225"/>
                    <a:gd name="T1" fmla="*/ 1146 h 1215"/>
                    <a:gd name="T2" fmla="*/ 87 w 225"/>
                    <a:gd name="T3" fmla="*/ 1092 h 1215"/>
                    <a:gd name="T4" fmla="*/ 99 w 225"/>
                    <a:gd name="T5" fmla="*/ 0 h 1215"/>
                    <a:gd name="T6" fmla="*/ 108 w 225"/>
                    <a:gd name="T7" fmla="*/ 0 h 1215"/>
                    <a:gd name="T8" fmla="*/ 138 w 225"/>
                    <a:gd name="T9" fmla="*/ 1095 h 1215"/>
                    <a:gd name="T10" fmla="*/ 183 w 225"/>
                    <a:gd name="T11" fmla="*/ 1146 h 1215"/>
                    <a:gd name="T12" fmla="*/ 225 w 225"/>
                    <a:gd name="T13" fmla="*/ 1146 h 1215"/>
                    <a:gd name="T14" fmla="*/ 222 w 225"/>
                    <a:gd name="T15" fmla="*/ 1212 h 1215"/>
                    <a:gd name="T16" fmla="*/ 0 w 225"/>
                    <a:gd name="T17" fmla="*/ 1215 h 1215"/>
                    <a:gd name="T18" fmla="*/ 0 w 225"/>
                    <a:gd name="T19" fmla="*/ 1149 h 1215"/>
                    <a:gd name="T20" fmla="*/ 39 w 225"/>
                    <a:gd name="T21" fmla="*/ 1146 h 121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25" h="1215">
                      <a:moveTo>
                        <a:pt x="39" y="1146"/>
                      </a:moveTo>
                      <a:lnTo>
                        <a:pt x="87" y="1092"/>
                      </a:lnTo>
                      <a:lnTo>
                        <a:pt x="99" y="0"/>
                      </a:lnTo>
                      <a:lnTo>
                        <a:pt x="108" y="0"/>
                      </a:lnTo>
                      <a:lnTo>
                        <a:pt x="138" y="1095"/>
                      </a:lnTo>
                      <a:lnTo>
                        <a:pt x="183" y="1146"/>
                      </a:lnTo>
                      <a:lnTo>
                        <a:pt x="225" y="1146"/>
                      </a:lnTo>
                      <a:lnTo>
                        <a:pt x="222" y="1212"/>
                      </a:lnTo>
                      <a:lnTo>
                        <a:pt x="0" y="1215"/>
                      </a:lnTo>
                      <a:lnTo>
                        <a:pt x="0" y="1149"/>
                      </a:lnTo>
                      <a:lnTo>
                        <a:pt x="39" y="1146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Oval 8"/>
                <p:cNvSpPr>
                  <a:spLocks noChangeArrowheads="1"/>
                </p:cNvSpPr>
                <p:nvPr/>
              </p:nvSpPr>
              <p:spPr bwMode="ltGray">
                <a:xfrm>
                  <a:off x="2741" y="539"/>
                  <a:ext cx="47" cy="58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Oval 9"/>
                <p:cNvSpPr>
                  <a:spLocks noChangeArrowheads="1"/>
                </p:cNvSpPr>
                <p:nvPr/>
              </p:nvSpPr>
              <p:spPr bwMode="ltGray">
                <a:xfrm>
                  <a:off x="2728" y="804"/>
                  <a:ext cx="87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Oval 10"/>
                <p:cNvSpPr>
                  <a:spLocks noChangeArrowheads="1"/>
                </p:cNvSpPr>
                <p:nvPr/>
              </p:nvSpPr>
              <p:spPr bwMode="ltGray">
                <a:xfrm>
                  <a:off x="2728" y="870"/>
                  <a:ext cx="87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Oval 11"/>
                <p:cNvSpPr>
                  <a:spLocks noChangeArrowheads="1"/>
                </p:cNvSpPr>
                <p:nvPr/>
              </p:nvSpPr>
              <p:spPr bwMode="ltGray">
                <a:xfrm>
                  <a:off x="2728" y="936"/>
                  <a:ext cx="87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Oval 12"/>
                <p:cNvSpPr>
                  <a:spLocks noChangeArrowheads="1"/>
                </p:cNvSpPr>
                <p:nvPr/>
              </p:nvSpPr>
              <p:spPr bwMode="ltGray">
                <a:xfrm>
                  <a:off x="2728" y="1002"/>
                  <a:ext cx="87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Oval 13"/>
                <p:cNvSpPr>
                  <a:spLocks noChangeArrowheads="1"/>
                </p:cNvSpPr>
                <p:nvPr/>
              </p:nvSpPr>
              <p:spPr bwMode="ltGray">
                <a:xfrm>
                  <a:off x="2718" y="1206"/>
                  <a:ext cx="108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Oval 14"/>
                <p:cNvSpPr>
                  <a:spLocks noChangeArrowheads="1"/>
                </p:cNvSpPr>
                <p:nvPr/>
              </p:nvSpPr>
              <p:spPr bwMode="ltGray">
                <a:xfrm>
                  <a:off x="2723" y="1140"/>
                  <a:ext cx="99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Oval 15"/>
                <p:cNvSpPr>
                  <a:spLocks noChangeArrowheads="1"/>
                </p:cNvSpPr>
                <p:nvPr/>
              </p:nvSpPr>
              <p:spPr bwMode="ltGray">
                <a:xfrm>
                  <a:off x="2722" y="1068"/>
                  <a:ext cx="99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Oval 16"/>
                <p:cNvSpPr>
                  <a:spLocks noChangeArrowheads="1"/>
                </p:cNvSpPr>
                <p:nvPr/>
              </p:nvSpPr>
              <p:spPr bwMode="ltGray">
                <a:xfrm>
                  <a:off x="2718" y="1272"/>
                  <a:ext cx="108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Oval 17"/>
                <p:cNvSpPr>
                  <a:spLocks noChangeArrowheads="1"/>
                </p:cNvSpPr>
                <p:nvPr/>
              </p:nvSpPr>
              <p:spPr bwMode="ltGray">
                <a:xfrm>
                  <a:off x="2715" y="1341"/>
                  <a:ext cx="114" cy="4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Freeform 18"/>
                <p:cNvSpPr>
                  <a:spLocks/>
                </p:cNvSpPr>
                <p:nvPr/>
              </p:nvSpPr>
              <p:spPr bwMode="ltGray">
                <a:xfrm>
                  <a:off x="2697" y="1407"/>
                  <a:ext cx="153" cy="93"/>
                </a:xfrm>
                <a:custGeom>
                  <a:avLst/>
                  <a:gdLst>
                    <a:gd name="T0" fmla="*/ 69 w 153"/>
                    <a:gd name="T1" fmla="*/ 93 h 93"/>
                    <a:gd name="T2" fmla="*/ 30 w 153"/>
                    <a:gd name="T3" fmla="*/ 75 h 93"/>
                    <a:gd name="T4" fmla="*/ 12 w 153"/>
                    <a:gd name="T5" fmla="*/ 48 h 93"/>
                    <a:gd name="T6" fmla="*/ 0 w 153"/>
                    <a:gd name="T7" fmla="*/ 9 h 93"/>
                    <a:gd name="T8" fmla="*/ 24 w 153"/>
                    <a:gd name="T9" fmla="*/ 30 h 93"/>
                    <a:gd name="T10" fmla="*/ 39 w 153"/>
                    <a:gd name="T11" fmla="*/ 3 h 93"/>
                    <a:gd name="T12" fmla="*/ 60 w 153"/>
                    <a:gd name="T13" fmla="*/ 27 h 93"/>
                    <a:gd name="T14" fmla="*/ 93 w 153"/>
                    <a:gd name="T15" fmla="*/ 27 h 93"/>
                    <a:gd name="T16" fmla="*/ 114 w 153"/>
                    <a:gd name="T17" fmla="*/ 0 h 93"/>
                    <a:gd name="T18" fmla="*/ 120 w 153"/>
                    <a:gd name="T19" fmla="*/ 27 h 93"/>
                    <a:gd name="T20" fmla="*/ 153 w 153"/>
                    <a:gd name="T21" fmla="*/ 9 h 93"/>
                    <a:gd name="T22" fmla="*/ 123 w 153"/>
                    <a:gd name="T23" fmla="*/ 81 h 93"/>
                    <a:gd name="T24" fmla="*/ 69 w 153"/>
                    <a:gd name="T25" fmla="*/ 93 h 9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53" h="93">
                      <a:moveTo>
                        <a:pt x="69" y="93"/>
                      </a:moveTo>
                      <a:lnTo>
                        <a:pt x="30" y="75"/>
                      </a:lnTo>
                      <a:lnTo>
                        <a:pt x="12" y="48"/>
                      </a:lnTo>
                      <a:lnTo>
                        <a:pt x="0" y="9"/>
                      </a:lnTo>
                      <a:lnTo>
                        <a:pt x="24" y="30"/>
                      </a:lnTo>
                      <a:lnTo>
                        <a:pt x="39" y="3"/>
                      </a:lnTo>
                      <a:lnTo>
                        <a:pt x="60" y="27"/>
                      </a:lnTo>
                      <a:lnTo>
                        <a:pt x="93" y="27"/>
                      </a:lnTo>
                      <a:lnTo>
                        <a:pt x="114" y="0"/>
                      </a:lnTo>
                      <a:lnTo>
                        <a:pt x="120" y="27"/>
                      </a:lnTo>
                      <a:lnTo>
                        <a:pt x="153" y="9"/>
                      </a:lnTo>
                      <a:lnTo>
                        <a:pt x="123" y="81"/>
                      </a:lnTo>
                      <a:lnTo>
                        <a:pt x="69" y="93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Freeform 19"/>
                <p:cNvSpPr>
                  <a:spLocks/>
                </p:cNvSpPr>
                <p:nvPr/>
              </p:nvSpPr>
              <p:spPr bwMode="ltGray">
                <a:xfrm>
                  <a:off x="1929" y="1614"/>
                  <a:ext cx="1740" cy="720"/>
                </a:xfrm>
                <a:custGeom>
                  <a:avLst/>
                  <a:gdLst>
                    <a:gd name="T0" fmla="*/ 1086 w 1740"/>
                    <a:gd name="T1" fmla="*/ 105 h 720"/>
                    <a:gd name="T2" fmla="*/ 1353 w 1740"/>
                    <a:gd name="T3" fmla="*/ 252 h 720"/>
                    <a:gd name="T4" fmla="*/ 1521 w 1740"/>
                    <a:gd name="T5" fmla="*/ 303 h 720"/>
                    <a:gd name="T6" fmla="*/ 1563 w 1740"/>
                    <a:gd name="T7" fmla="*/ 318 h 720"/>
                    <a:gd name="T8" fmla="*/ 1620 w 1740"/>
                    <a:gd name="T9" fmla="*/ 357 h 720"/>
                    <a:gd name="T10" fmla="*/ 1728 w 1740"/>
                    <a:gd name="T11" fmla="*/ 324 h 720"/>
                    <a:gd name="T12" fmla="*/ 1719 w 1740"/>
                    <a:gd name="T13" fmla="*/ 351 h 720"/>
                    <a:gd name="T14" fmla="*/ 1734 w 1740"/>
                    <a:gd name="T15" fmla="*/ 378 h 720"/>
                    <a:gd name="T16" fmla="*/ 1686 w 1740"/>
                    <a:gd name="T17" fmla="*/ 441 h 720"/>
                    <a:gd name="T18" fmla="*/ 1680 w 1740"/>
                    <a:gd name="T19" fmla="*/ 468 h 720"/>
                    <a:gd name="T20" fmla="*/ 1650 w 1740"/>
                    <a:gd name="T21" fmla="*/ 480 h 720"/>
                    <a:gd name="T22" fmla="*/ 1632 w 1740"/>
                    <a:gd name="T23" fmla="*/ 546 h 720"/>
                    <a:gd name="T24" fmla="*/ 1617 w 1740"/>
                    <a:gd name="T25" fmla="*/ 561 h 720"/>
                    <a:gd name="T26" fmla="*/ 1632 w 1740"/>
                    <a:gd name="T27" fmla="*/ 609 h 720"/>
                    <a:gd name="T28" fmla="*/ 1614 w 1740"/>
                    <a:gd name="T29" fmla="*/ 585 h 720"/>
                    <a:gd name="T30" fmla="*/ 1602 w 1740"/>
                    <a:gd name="T31" fmla="*/ 576 h 720"/>
                    <a:gd name="T32" fmla="*/ 1569 w 1740"/>
                    <a:gd name="T33" fmla="*/ 540 h 720"/>
                    <a:gd name="T34" fmla="*/ 1458 w 1740"/>
                    <a:gd name="T35" fmla="*/ 582 h 720"/>
                    <a:gd name="T36" fmla="*/ 1416 w 1740"/>
                    <a:gd name="T37" fmla="*/ 618 h 720"/>
                    <a:gd name="T38" fmla="*/ 1377 w 1740"/>
                    <a:gd name="T39" fmla="*/ 603 h 720"/>
                    <a:gd name="T40" fmla="*/ 1353 w 1740"/>
                    <a:gd name="T41" fmla="*/ 624 h 720"/>
                    <a:gd name="T42" fmla="*/ 1317 w 1740"/>
                    <a:gd name="T43" fmla="*/ 615 h 720"/>
                    <a:gd name="T44" fmla="*/ 1263 w 1740"/>
                    <a:gd name="T45" fmla="*/ 615 h 720"/>
                    <a:gd name="T46" fmla="*/ 1245 w 1740"/>
                    <a:gd name="T47" fmla="*/ 651 h 720"/>
                    <a:gd name="T48" fmla="*/ 1188 w 1740"/>
                    <a:gd name="T49" fmla="*/ 693 h 720"/>
                    <a:gd name="T50" fmla="*/ 504 w 1740"/>
                    <a:gd name="T51" fmla="*/ 717 h 720"/>
                    <a:gd name="T52" fmla="*/ 471 w 1740"/>
                    <a:gd name="T53" fmla="*/ 690 h 720"/>
                    <a:gd name="T54" fmla="*/ 417 w 1740"/>
                    <a:gd name="T55" fmla="*/ 660 h 720"/>
                    <a:gd name="T56" fmla="*/ 333 w 1740"/>
                    <a:gd name="T57" fmla="*/ 681 h 720"/>
                    <a:gd name="T58" fmla="*/ 366 w 1740"/>
                    <a:gd name="T59" fmla="*/ 621 h 720"/>
                    <a:gd name="T60" fmla="*/ 258 w 1740"/>
                    <a:gd name="T61" fmla="*/ 657 h 720"/>
                    <a:gd name="T62" fmla="*/ 279 w 1740"/>
                    <a:gd name="T63" fmla="*/ 603 h 720"/>
                    <a:gd name="T64" fmla="*/ 123 w 1740"/>
                    <a:gd name="T65" fmla="*/ 660 h 720"/>
                    <a:gd name="T66" fmla="*/ 81 w 1740"/>
                    <a:gd name="T67" fmla="*/ 699 h 720"/>
                    <a:gd name="T68" fmla="*/ 87 w 1740"/>
                    <a:gd name="T69" fmla="*/ 651 h 720"/>
                    <a:gd name="T70" fmla="*/ 81 w 1740"/>
                    <a:gd name="T71" fmla="*/ 603 h 720"/>
                    <a:gd name="T72" fmla="*/ 12 w 1740"/>
                    <a:gd name="T73" fmla="*/ 513 h 720"/>
                    <a:gd name="T74" fmla="*/ 87 w 1740"/>
                    <a:gd name="T75" fmla="*/ 474 h 720"/>
                    <a:gd name="T76" fmla="*/ 144 w 1740"/>
                    <a:gd name="T77" fmla="*/ 414 h 720"/>
                    <a:gd name="T78" fmla="*/ 252 w 1740"/>
                    <a:gd name="T79" fmla="*/ 378 h 720"/>
                    <a:gd name="T80" fmla="*/ 258 w 1740"/>
                    <a:gd name="T81" fmla="*/ 318 h 720"/>
                    <a:gd name="T82" fmla="*/ 306 w 1740"/>
                    <a:gd name="T83" fmla="*/ 348 h 720"/>
                    <a:gd name="T84" fmla="*/ 360 w 1740"/>
                    <a:gd name="T85" fmla="*/ 300 h 720"/>
                    <a:gd name="T86" fmla="*/ 393 w 1740"/>
                    <a:gd name="T87" fmla="*/ 297 h 720"/>
                    <a:gd name="T88" fmla="*/ 723 w 1740"/>
                    <a:gd name="T89" fmla="*/ 3 h 72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40" h="720">
                      <a:moveTo>
                        <a:pt x="954" y="0"/>
                      </a:moveTo>
                      <a:lnTo>
                        <a:pt x="1086" y="105"/>
                      </a:lnTo>
                      <a:lnTo>
                        <a:pt x="1206" y="180"/>
                      </a:lnTo>
                      <a:lnTo>
                        <a:pt x="1353" y="252"/>
                      </a:lnTo>
                      <a:lnTo>
                        <a:pt x="1467" y="291"/>
                      </a:lnTo>
                      <a:lnTo>
                        <a:pt x="1521" y="303"/>
                      </a:lnTo>
                      <a:lnTo>
                        <a:pt x="1581" y="294"/>
                      </a:lnTo>
                      <a:lnTo>
                        <a:pt x="1563" y="318"/>
                      </a:lnTo>
                      <a:lnTo>
                        <a:pt x="1572" y="342"/>
                      </a:lnTo>
                      <a:lnTo>
                        <a:pt x="1620" y="357"/>
                      </a:lnTo>
                      <a:lnTo>
                        <a:pt x="1680" y="354"/>
                      </a:lnTo>
                      <a:lnTo>
                        <a:pt x="1728" y="324"/>
                      </a:lnTo>
                      <a:lnTo>
                        <a:pt x="1740" y="339"/>
                      </a:lnTo>
                      <a:lnTo>
                        <a:pt x="1719" y="351"/>
                      </a:lnTo>
                      <a:lnTo>
                        <a:pt x="1710" y="393"/>
                      </a:lnTo>
                      <a:lnTo>
                        <a:pt x="1734" y="378"/>
                      </a:lnTo>
                      <a:lnTo>
                        <a:pt x="1707" y="414"/>
                      </a:lnTo>
                      <a:lnTo>
                        <a:pt x="1686" y="441"/>
                      </a:lnTo>
                      <a:lnTo>
                        <a:pt x="1698" y="456"/>
                      </a:lnTo>
                      <a:lnTo>
                        <a:pt x="1680" y="468"/>
                      </a:lnTo>
                      <a:lnTo>
                        <a:pt x="1668" y="486"/>
                      </a:lnTo>
                      <a:lnTo>
                        <a:pt x="1650" y="480"/>
                      </a:lnTo>
                      <a:lnTo>
                        <a:pt x="1614" y="510"/>
                      </a:lnTo>
                      <a:lnTo>
                        <a:pt x="1632" y="546"/>
                      </a:lnTo>
                      <a:lnTo>
                        <a:pt x="1632" y="579"/>
                      </a:lnTo>
                      <a:lnTo>
                        <a:pt x="1617" y="561"/>
                      </a:lnTo>
                      <a:lnTo>
                        <a:pt x="1617" y="585"/>
                      </a:lnTo>
                      <a:lnTo>
                        <a:pt x="1632" y="609"/>
                      </a:lnTo>
                      <a:lnTo>
                        <a:pt x="1605" y="609"/>
                      </a:lnTo>
                      <a:lnTo>
                        <a:pt x="1614" y="585"/>
                      </a:lnTo>
                      <a:lnTo>
                        <a:pt x="1614" y="561"/>
                      </a:lnTo>
                      <a:lnTo>
                        <a:pt x="1602" y="576"/>
                      </a:lnTo>
                      <a:lnTo>
                        <a:pt x="1608" y="516"/>
                      </a:lnTo>
                      <a:lnTo>
                        <a:pt x="1569" y="540"/>
                      </a:lnTo>
                      <a:lnTo>
                        <a:pt x="1518" y="558"/>
                      </a:lnTo>
                      <a:lnTo>
                        <a:pt x="1458" y="582"/>
                      </a:lnTo>
                      <a:lnTo>
                        <a:pt x="1407" y="597"/>
                      </a:lnTo>
                      <a:lnTo>
                        <a:pt x="1416" y="618"/>
                      </a:lnTo>
                      <a:lnTo>
                        <a:pt x="1395" y="627"/>
                      </a:lnTo>
                      <a:lnTo>
                        <a:pt x="1377" y="603"/>
                      </a:lnTo>
                      <a:lnTo>
                        <a:pt x="1347" y="606"/>
                      </a:lnTo>
                      <a:lnTo>
                        <a:pt x="1353" y="624"/>
                      </a:lnTo>
                      <a:lnTo>
                        <a:pt x="1335" y="630"/>
                      </a:lnTo>
                      <a:lnTo>
                        <a:pt x="1317" y="615"/>
                      </a:lnTo>
                      <a:lnTo>
                        <a:pt x="1311" y="639"/>
                      </a:lnTo>
                      <a:lnTo>
                        <a:pt x="1263" y="615"/>
                      </a:lnTo>
                      <a:lnTo>
                        <a:pt x="1263" y="642"/>
                      </a:lnTo>
                      <a:lnTo>
                        <a:pt x="1245" y="651"/>
                      </a:lnTo>
                      <a:lnTo>
                        <a:pt x="1218" y="633"/>
                      </a:lnTo>
                      <a:lnTo>
                        <a:pt x="1188" y="693"/>
                      </a:lnTo>
                      <a:lnTo>
                        <a:pt x="1191" y="720"/>
                      </a:lnTo>
                      <a:lnTo>
                        <a:pt x="504" y="717"/>
                      </a:lnTo>
                      <a:lnTo>
                        <a:pt x="498" y="687"/>
                      </a:lnTo>
                      <a:lnTo>
                        <a:pt x="471" y="690"/>
                      </a:lnTo>
                      <a:lnTo>
                        <a:pt x="462" y="663"/>
                      </a:lnTo>
                      <a:lnTo>
                        <a:pt x="417" y="660"/>
                      </a:lnTo>
                      <a:lnTo>
                        <a:pt x="411" y="642"/>
                      </a:lnTo>
                      <a:lnTo>
                        <a:pt x="333" y="681"/>
                      </a:lnTo>
                      <a:lnTo>
                        <a:pt x="306" y="663"/>
                      </a:lnTo>
                      <a:lnTo>
                        <a:pt x="366" y="621"/>
                      </a:lnTo>
                      <a:lnTo>
                        <a:pt x="345" y="615"/>
                      </a:lnTo>
                      <a:lnTo>
                        <a:pt x="258" y="657"/>
                      </a:lnTo>
                      <a:lnTo>
                        <a:pt x="237" y="642"/>
                      </a:lnTo>
                      <a:lnTo>
                        <a:pt x="279" y="603"/>
                      </a:lnTo>
                      <a:lnTo>
                        <a:pt x="120" y="606"/>
                      </a:lnTo>
                      <a:lnTo>
                        <a:pt x="123" y="660"/>
                      </a:lnTo>
                      <a:lnTo>
                        <a:pt x="102" y="657"/>
                      </a:lnTo>
                      <a:lnTo>
                        <a:pt x="81" y="699"/>
                      </a:lnTo>
                      <a:lnTo>
                        <a:pt x="117" y="702"/>
                      </a:lnTo>
                      <a:lnTo>
                        <a:pt x="87" y="651"/>
                      </a:lnTo>
                      <a:lnTo>
                        <a:pt x="105" y="603"/>
                      </a:lnTo>
                      <a:lnTo>
                        <a:pt x="81" y="603"/>
                      </a:lnTo>
                      <a:lnTo>
                        <a:pt x="36" y="579"/>
                      </a:lnTo>
                      <a:lnTo>
                        <a:pt x="12" y="513"/>
                      </a:lnTo>
                      <a:lnTo>
                        <a:pt x="0" y="480"/>
                      </a:lnTo>
                      <a:lnTo>
                        <a:pt x="87" y="474"/>
                      </a:lnTo>
                      <a:lnTo>
                        <a:pt x="162" y="444"/>
                      </a:lnTo>
                      <a:lnTo>
                        <a:pt x="144" y="414"/>
                      </a:lnTo>
                      <a:lnTo>
                        <a:pt x="192" y="417"/>
                      </a:lnTo>
                      <a:lnTo>
                        <a:pt x="252" y="378"/>
                      </a:lnTo>
                      <a:lnTo>
                        <a:pt x="246" y="330"/>
                      </a:lnTo>
                      <a:lnTo>
                        <a:pt x="258" y="318"/>
                      </a:lnTo>
                      <a:lnTo>
                        <a:pt x="270" y="342"/>
                      </a:lnTo>
                      <a:lnTo>
                        <a:pt x="306" y="348"/>
                      </a:lnTo>
                      <a:lnTo>
                        <a:pt x="372" y="312"/>
                      </a:lnTo>
                      <a:lnTo>
                        <a:pt x="360" y="300"/>
                      </a:lnTo>
                      <a:lnTo>
                        <a:pt x="363" y="285"/>
                      </a:lnTo>
                      <a:lnTo>
                        <a:pt x="393" y="297"/>
                      </a:lnTo>
                      <a:lnTo>
                        <a:pt x="597" y="135"/>
                      </a:lnTo>
                      <a:lnTo>
                        <a:pt x="723" y="3"/>
                      </a:lnTo>
                      <a:lnTo>
                        <a:pt x="954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35" name="Freeform 20"/>
              <p:cNvSpPr>
                <a:spLocks/>
              </p:cNvSpPr>
              <p:nvPr/>
            </p:nvSpPr>
            <p:spPr bwMode="ltGray">
              <a:xfrm flipH="1">
                <a:off x="2718" y="626"/>
                <a:ext cx="46" cy="174"/>
              </a:xfrm>
              <a:custGeom>
                <a:avLst/>
                <a:gdLst>
                  <a:gd name="T0" fmla="*/ 4 w 46"/>
                  <a:gd name="T1" fmla="*/ 174 h 174"/>
                  <a:gd name="T2" fmla="*/ 40 w 46"/>
                  <a:gd name="T3" fmla="*/ 158 h 174"/>
                  <a:gd name="T4" fmla="*/ 46 w 46"/>
                  <a:gd name="T5" fmla="*/ 138 h 174"/>
                  <a:gd name="T6" fmla="*/ 42 w 46"/>
                  <a:gd name="T7" fmla="*/ 26 h 174"/>
                  <a:gd name="T8" fmla="*/ 32 w 46"/>
                  <a:gd name="T9" fmla="*/ 10 h 174"/>
                  <a:gd name="T10" fmla="*/ 4 w 46"/>
                  <a:gd name="T11" fmla="*/ 0 h 174"/>
                  <a:gd name="T12" fmla="*/ 4 w 46"/>
                  <a:gd name="T13" fmla="*/ 20 h 174"/>
                  <a:gd name="T14" fmla="*/ 22 w 46"/>
                  <a:gd name="T15" fmla="*/ 26 h 174"/>
                  <a:gd name="T16" fmla="*/ 0 w 46"/>
                  <a:gd name="T17" fmla="*/ 40 h 174"/>
                  <a:gd name="T18" fmla="*/ 24 w 46"/>
                  <a:gd name="T19" fmla="*/ 32 h 174"/>
                  <a:gd name="T20" fmla="*/ 24 w 46"/>
                  <a:gd name="T21" fmla="*/ 46 h 174"/>
                  <a:gd name="T22" fmla="*/ 0 w 46"/>
                  <a:gd name="T23" fmla="*/ 58 h 174"/>
                  <a:gd name="T24" fmla="*/ 28 w 46"/>
                  <a:gd name="T25" fmla="*/ 54 h 174"/>
                  <a:gd name="T26" fmla="*/ 2 w 46"/>
                  <a:gd name="T27" fmla="*/ 74 h 174"/>
                  <a:gd name="T28" fmla="*/ 28 w 46"/>
                  <a:gd name="T29" fmla="*/ 66 h 174"/>
                  <a:gd name="T30" fmla="*/ 30 w 46"/>
                  <a:gd name="T31" fmla="*/ 78 h 174"/>
                  <a:gd name="T32" fmla="*/ 2 w 46"/>
                  <a:gd name="T33" fmla="*/ 90 h 174"/>
                  <a:gd name="T34" fmla="*/ 30 w 46"/>
                  <a:gd name="T35" fmla="*/ 84 h 174"/>
                  <a:gd name="T36" fmla="*/ 2 w 46"/>
                  <a:gd name="T37" fmla="*/ 106 h 174"/>
                  <a:gd name="T38" fmla="*/ 30 w 46"/>
                  <a:gd name="T39" fmla="*/ 98 h 174"/>
                  <a:gd name="T40" fmla="*/ 6 w 46"/>
                  <a:gd name="T41" fmla="*/ 120 h 174"/>
                  <a:gd name="T42" fmla="*/ 30 w 46"/>
                  <a:gd name="T43" fmla="*/ 116 h 174"/>
                  <a:gd name="T44" fmla="*/ 6 w 46"/>
                  <a:gd name="T45" fmla="*/ 136 h 174"/>
                  <a:gd name="T46" fmla="*/ 32 w 46"/>
                  <a:gd name="T47" fmla="*/ 132 h 174"/>
                  <a:gd name="T48" fmla="*/ 26 w 46"/>
                  <a:gd name="T49" fmla="*/ 144 h 174"/>
                  <a:gd name="T50" fmla="*/ 6 w 46"/>
                  <a:gd name="T51" fmla="*/ 156 h 174"/>
                  <a:gd name="T52" fmla="*/ 4 w 46"/>
                  <a:gd name="T53" fmla="*/ 174 h 17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6" h="174">
                    <a:moveTo>
                      <a:pt x="4" y="174"/>
                    </a:moveTo>
                    <a:lnTo>
                      <a:pt x="40" y="158"/>
                    </a:lnTo>
                    <a:lnTo>
                      <a:pt x="46" y="138"/>
                    </a:lnTo>
                    <a:lnTo>
                      <a:pt x="42" y="26"/>
                    </a:lnTo>
                    <a:lnTo>
                      <a:pt x="32" y="10"/>
                    </a:lnTo>
                    <a:lnTo>
                      <a:pt x="4" y="0"/>
                    </a:lnTo>
                    <a:lnTo>
                      <a:pt x="4" y="20"/>
                    </a:lnTo>
                    <a:lnTo>
                      <a:pt x="22" y="26"/>
                    </a:lnTo>
                    <a:lnTo>
                      <a:pt x="0" y="40"/>
                    </a:lnTo>
                    <a:lnTo>
                      <a:pt x="24" y="32"/>
                    </a:lnTo>
                    <a:lnTo>
                      <a:pt x="24" y="46"/>
                    </a:lnTo>
                    <a:lnTo>
                      <a:pt x="0" y="58"/>
                    </a:lnTo>
                    <a:lnTo>
                      <a:pt x="28" y="54"/>
                    </a:lnTo>
                    <a:lnTo>
                      <a:pt x="2" y="74"/>
                    </a:lnTo>
                    <a:lnTo>
                      <a:pt x="28" y="66"/>
                    </a:lnTo>
                    <a:lnTo>
                      <a:pt x="30" y="78"/>
                    </a:lnTo>
                    <a:lnTo>
                      <a:pt x="2" y="90"/>
                    </a:lnTo>
                    <a:lnTo>
                      <a:pt x="30" y="84"/>
                    </a:lnTo>
                    <a:lnTo>
                      <a:pt x="2" y="106"/>
                    </a:lnTo>
                    <a:lnTo>
                      <a:pt x="30" y="98"/>
                    </a:lnTo>
                    <a:lnTo>
                      <a:pt x="6" y="120"/>
                    </a:lnTo>
                    <a:lnTo>
                      <a:pt x="30" y="116"/>
                    </a:lnTo>
                    <a:lnTo>
                      <a:pt x="6" y="136"/>
                    </a:lnTo>
                    <a:lnTo>
                      <a:pt x="32" y="132"/>
                    </a:lnTo>
                    <a:lnTo>
                      <a:pt x="26" y="144"/>
                    </a:lnTo>
                    <a:lnTo>
                      <a:pt x="6" y="156"/>
                    </a:lnTo>
                    <a:lnTo>
                      <a:pt x="4" y="17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" name="Freeform 21"/>
              <p:cNvSpPr>
                <a:spLocks/>
              </p:cNvSpPr>
              <p:nvPr/>
            </p:nvSpPr>
            <p:spPr bwMode="ltGray">
              <a:xfrm>
                <a:off x="2768" y="626"/>
                <a:ext cx="46" cy="174"/>
              </a:xfrm>
              <a:custGeom>
                <a:avLst/>
                <a:gdLst>
                  <a:gd name="T0" fmla="*/ 4 w 46"/>
                  <a:gd name="T1" fmla="*/ 174 h 174"/>
                  <a:gd name="T2" fmla="*/ 40 w 46"/>
                  <a:gd name="T3" fmla="*/ 158 h 174"/>
                  <a:gd name="T4" fmla="*/ 46 w 46"/>
                  <a:gd name="T5" fmla="*/ 138 h 174"/>
                  <a:gd name="T6" fmla="*/ 42 w 46"/>
                  <a:gd name="T7" fmla="*/ 26 h 174"/>
                  <a:gd name="T8" fmla="*/ 32 w 46"/>
                  <a:gd name="T9" fmla="*/ 10 h 174"/>
                  <a:gd name="T10" fmla="*/ 4 w 46"/>
                  <a:gd name="T11" fmla="*/ 0 h 174"/>
                  <a:gd name="T12" fmla="*/ 4 w 46"/>
                  <a:gd name="T13" fmla="*/ 20 h 174"/>
                  <a:gd name="T14" fmla="*/ 22 w 46"/>
                  <a:gd name="T15" fmla="*/ 26 h 174"/>
                  <a:gd name="T16" fmla="*/ 0 w 46"/>
                  <a:gd name="T17" fmla="*/ 40 h 174"/>
                  <a:gd name="T18" fmla="*/ 24 w 46"/>
                  <a:gd name="T19" fmla="*/ 32 h 174"/>
                  <a:gd name="T20" fmla="*/ 24 w 46"/>
                  <a:gd name="T21" fmla="*/ 46 h 174"/>
                  <a:gd name="T22" fmla="*/ 0 w 46"/>
                  <a:gd name="T23" fmla="*/ 58 h 174"/>
                  <a:gd name="T24" fmla="*/ 28 w 46"/>
                  <a:gd name="T25" fmla="*/ 54 h 174"/>
                  <a:gd name="T26" fmla="*/ 2 w 46"/>
                  <a:gd name="T27" fmla="*/ 74 h 174"/>
                  <a:gd name="T28" fmla="*/ 28 w 46"/>
                  <a:gd name="T29" fmla="*/ 66 h 174"/>
                  <a:gd name="T30" fmla="*/ 30 w 46"/>
                  <a:gd name="T31" fmla="*/ 78 h 174"/>
                  <a:gd name="T32" fmla="*/ 2 w 46"/>
                  <a:gd name="T33" fmla="*/ 90 h 174"/>
                  <a:gd name="T34" fmla="*/ 30 w 46"/>
                  <a:gd name="T35" fmla="*/ 84 h 174"/>
                  <a:gd name="T36" fmla="*/ 2 w 46"/>
                  <a:gd name="T37" fmla="*/ 106 h 174"/>
                  <a:gd name="T38" fmla="*/ 30 w 46"/>
                  <a:gd name="T39" fmla="*/ 98 h 174"/>
                  <a:gd name="T40" fmla="*/ 6 w 46"/>
                  <a:gd name="T41" fmla="*/ 120 h 174"/>
                  <a:gd name="T42" fmla="*/ 30 w 46"/>
                  <a:gd name="T43" fmla="*/ 116 h 174"/>
                  <a:gd name="T44" fmla="*/ 6 w 46"/>
                  <a:gd name="T45" fmla="*/ 136 h 174"/>
                  <a:gd name="T46" fmla="*/ 32 w 46"/>
                  <a:gd name="T47" fmla="*/ 132 h 174"/>
                  <a:gd name="T48" fmla="*/ 26 w 46"/>
                  <a:gd name="T49" fmla="*/ 144 h 174"/>
                  <a:gd name="T50" fmla="*/ 6 w 46"/>
                  <a:gd name="T51" fmla="*/ 156 h 174"/>
                  <a:gd name="T52" fmla="*/ 4 w 46"/>
                  <a:gd name="T53" fmla="*/ 174 h 17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6" h="174">
                    <a:moveTo>
                      <a:pt x="4" y="174"/>
                    </a:moveTo>
                    <a:lnTo>
                      <a:pt x="40" y="158"/>
                    </a:lnTo>
                    <a:lnTo>
                      <a:pt x="46" y="138"/>
                    </a:lnTo>
                    <a:lnTo>
                      <a:pt x="42" y="26"/>
                    </a:lnTo>
                    <a:lnTo>
                      <a:pt x="32" y="10"/>
                    </a:lnTo>
                    <a:lnTo>
                      <a:pt x="4" y="0"/>
                    </a:lnTo>
                    <a:lnTo>
                      <a:pt x="4" y="20"/>
                    </a:lnTo>
                    <a:lnTo>
                      <a:pt x="22" y="26"/>
                    </a:lnTo>
                    <a:lnTo>
                      <a:pt x="0" y="40"/>
                    </a:lnTo>
                    <a:lnTo>
                      <a:pt x="24" y="32"/>
                    </a:lnTo>
                    <a:lnTo>
                      <a:pt x="24" y="46"/>
                    </a:lnTo>
                    <a:lnTo>
                      <a:pt x="0" y="58"/>
                    </a:lnTo>
                    <a:lnTo>
                      <a:pt x="28" y="54"/>
                    </a:lnTo>
                    <a:lnTo>
                      <a:pt x="2" y="74"/>
                    </a:lnTo>
                    <a:lnTo>
                      <a:pt x="28" y="66"/>
                    </a:lnTo>
                    <a:lnTo>
                      <a:pt x="30" y="78"/>
                    </a:lnTo>
                    <a:lnTo>
                      <a:pt x="2" y="90"/>
                    </a:lnTo>
                    <a:lnTo>
                      <a:pt x="30" y="84"/>
                    </a:lnTo>
                    <a:lnTo>
                      <a:pt x="2" y="106"/>
                    </a:lnTo>
                    <a:lnTo>
                      <a:pt x="30" y="98"/>
                    </a:lnTo>
                    <a:lnTo>
                      <a:pt x="6" y="120"/>
                    </a:lnTo>
                    <a:lnTo>
                      <a:pt x="30" y="116"/>
                    </a:lnTo>
                    <a:lnTo>
                      <a:pt x="6" y="136"/>
                    </a:lnTo>
                    <a:lnTo>
                      <a:pt x="32" y="132"/>
                    </a:lnTo>
                    <a:lnTo>
                      <a:pt x="26" y="144"/>
                    </a:lnTo>
                    <a:lnTo>
                      <a:pt x="6" y="156"/>
                    </a:lnTo>
                    <a:lnTo>
                      <a:pt x="4" y="17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Freeform 22"/>
              <p:cNvSpPr>
                <a:spLocks/>
              </p:cNvSpPr>
              <p:nvPr/>
            </p:nvSpPr>
            <p:spPr bwMode="ltGray">
              <a:xfrm>
                <a:off x="2698" y="2324"/>
                <a:ext cx="1028" cy="570"/>
              </a:xfrm>
              <a:custGeom>
                <a:avLst/>
                <a:gdLst>
                  <a:gd name="T0" fmla="*/ 574 w 1028"/>
                  <a:gd name="T1" fmla="*/ 12 h 570"/>
                  <a:gd name="T2" fmla="*/ 602 w 1028"/>
                  <a:gd name="T3" fmla="*/ 6 h 570"/>
                  <a:gd name="T4" fmla="*/ 426 w 1028"/>
                  <a:gd name="T5" fmla="*/ 20 h 570"/>
                  <a:gd name="T6" fmla="*/ 570 w 1028"/>
                  <a:gd name="T7" fmla="*/ 36 h 570"/>
                  <a:gd name="T8" fmla="*/ 596 w 1028"/>
                  <a:gd name="T9" fmla="*/ 36 h 570"/>
                  <a:gd name="T10" fmla="*/ 434 w 1028"/>
                  <a:gd name="T11" fmla="*/ 48 h 570"/>
                  <a:gd name="T12" fmla="*/ 584 w 1028"/>
                  <a:gd name="T13" fmla="*/ 64 h 570"/>
                  <a:gd name="T14" fmla="*/ 602 w 1028"/>
                  <a:gd name="T15" fmla="*/ 80 h 570"/>
                  <a:gd name="T16" fmla="*/ 584 w 1028"/>
                  <a:gd name="T17" fmla="*/ 96 h 570"/>
                  <a:gd name="T18" fmla="*/ 594 w 1028"/>
                  <a:gd name="T19" fmla="*/ 110 h 570"/>
                  <a:gd name="T20" fmla="*/ 742 w 1028"/>
                  <a:gd name="T21" fmla="*/ 178 h 570"/>
                  <a:gd name="T22" fmla="*/ 834 w 1028"/>
                  <a:gd name="T23" fmla="*/ 174 h 570"/>
                  <a:gd name="T24" fmla="*/ 888 w 1028"/>
                  <a:gd name="T25" fmla="*/ 168 h 570"/>
                  <a:gd name="T26" fmla="*/ 882 w 1028"/>
                  <a:gd name="T27" fmla="*/ 192 h 570"/>
                  <a:gd name="T28" fmla="*/ 932 w 1028"/>
                  <a:gd name="T29" fmla="*/ 204 h 570"/>
                  <a:gd name="T30" fmla="*/ 1018 w 1028"/>
                  <a:gd name="T31" fmla="*/ 172 h 570"/>
                  <a:gd name="T32" fmla="*/ 1006 w 1028"/>
                  <a:gd name="T33" fmla="*/ 196 h 570"/>
                  <a:gd name="T34" fmla="*/ 996 w 1028"/>
                  <a:gd name="T35" fmla="*/ 228 h 570"/>
                  <a:gd name="T36" fmla="*/ 1010 w 1028"/>
                  <a:gd name="T37" fmla="*/ 242 h 570"/>
                  <a:gd name="T38" fmla="*/ 1004 w 1028"/>
                  <a:gd name="T39" fmla="*/ 264 h 570"/>
                  <a:gd name="T40" fmla="*/ 976 w 1028"/>
                  <a:gd name="T41" fmla="*/ 298 h 570"/>
                  <a:gd name="T42" fmla="*/ 968 w 1028"/>
                  <a:gd name="T43" fmla="*/ 316 h 570"/>
                  <a:gd name="T44" fmla="*/ 948 w 1028"/>
                  <a:gd name="T45" fmla="*/ 334 h 570"/>
                  <a:gd name="T46" fmla="*/ 908 w 1028"/>
                  <a:gd name="T47" fmla="*/ 348 h 570"/>
                  <a:gd name="T48" fmla="*/ 924 w 1028"/>
                  <a:gd name="T49" fmla="*/ 410 h 570"/>
                  <a:gd name="T50" fmla="*/ 906 w 1028"/>
                  <a:gd name="T51" fmla="*/ 412 h 570"/>
                  <a:gd name="T52" fmla="*/ 916 w 1028"/>
                  <a:gd name="T53" fmla="*/ 434 h 570"/>
                  <a:gd name="T54" fmla="*/ 890 w 1028"/>
                  <a:gd name="T55" fmla="*/ 420 h 570"/>
                  <a:gd name="T56" fmla="*/ 886 w 1028"/>
                  <a:gd name="T57" fmla="*/ 406 h 570"/>
                  <a:gd name="T58" fmla="*/ 850 w 1028"/>
                  <a:gd name="T59" fmla="*/ 372 h 570"/>
                  <a:gd name="T60" fmla="*/ 756 w 1028"/>
                  <a:gd name="T61" fmla="*/ 388 h 570"/>
                  <a:gd name="T62" fmla="*/ 734 w 1028"/>
                  <a:gd name="T63" fmla="*/ 408 h 570"/>
                  <a:gd name="T64" fmla="*/ 654 w 1028"/>
                  <a:gd name="T65" fmla="*/ 414 h 570"/>
                  <a:gd name="T66" fmla="*/ 694 w 1028"/>
                  <a:gd name="T67" fmla="*/ 456 h 570"/>
                  <a:gd name="T68" fmla="*/ 640 w 1028"/>
                  <a:gd name="T69" fmla="*/ 438 h 570"/>
                  <a:gd name="T70" fmla="*/ 592 w 1028"/>
                  <a:gd name="T71" fmla="*/ 442 h 570"/>
                  <a:gd name="T72" fmla="*/ 540 w 1028"/>
                  <a:gd name="T73" fmla="*/ 444 h 570"/>
                  <a:gd name="T74" fmla="*/ 498 w 1028"/>
                  <a:gd name="T75" fmla="*/ 486 h 570"/>
                  <a:gd name="T76" fmla="*/ 462 w 1028"/>
                  <a:gd name="T77" fmla="*/ 502 h 570"/>
                  <a:gd name="T78" fmla="*/ 480 w 1028"/>
                  <a:gd name="T79" fmla="*/ 532 h 570"/>
                  <a:gd name="T80" fmla="*/ 464 w 1028"/>
                  <a:gd name="T81" fmla="*/ 570 h 570"/>
                  <a:gd name="T82" fmla="*/ 138 w 1028"/>
                  <a:gd name="T83" fmla="*/ 0 h 57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028" h="570">
                    <a:moveTo>
                      <a:pt x="408" y="8"/>
                    </a:moveTo>
                    <a:lnTo>
                      <a:pt x="574" y="12"/>
                    </a:lnTo>
                    <a:lnTo>
                      <a:pt x="592" y="0"/>
                    </a:lnTo>
                    <a:lnTo>
                      <a:pt x="602" y="6"/>
                    </a:lnTo>
                    <a:lnTo>
                      <a:pt x="576" y="20"/>
                    </a:lnTo>
                    <a:lnTo>
                      <a:pt x="426" y="20"/>
                    </a:lnTo>
                    <a:lnTo>
                      <a:pt x="430" y="38"/>
                    </a:lnTo>
                    <a:lnTo>
                      <a:pt x="570" y="36"/>
                    </a:lnTo>
                    <a:lnTo>
                      <a:pt x="596" y="24"/>
                    </a:lnTo>
                    <a:lnTo>
                      <a:pt x="596" y="36"/>
                    </a:lnTo>
                    <a:lnTo>
                      <a:pt x="570" y="48"/>
                    </a:lnTo>
                    <a:lnTo>
                      <a:pt x="434" y="48"/>
                    </a:lnTo>
                    <a:lnTo>
                      <a:pt x="452" y="64"/>
                    </a:lnTo>
                    <a:lnTo>
                      <a:pt x="584" y="64"/>
                    </a:lnTo>
                    <a:lnTo>
                      <a:pt x="592" y="74"/>
                    </a:lnTo>
                    <a:lnTo>
                      <a:pt x="602" y="80"/>
                    </a:lnTo>
                    <a:lnTo>
                      <a:pt x="610" y="96"/>
                    </a:lnTo>
                    <a:lnTo>
                      <a:pt x="584" y="96"/>
                    </a:lnTo>
                    <a:lnTo>
                      <a:pt x="580" y="108"/>
                    </a:lnTo>
                    <a:lnTo>
                      <a:pt x="594" y="110"/>
                    </a:lnTo>
                    <a:lnTo>
                      <a:pt x="594" y="130"/>
                    </a:lnTo>
                    <a:lnTo>
                      <a:pt x="742" y="178"/>
                    </a:lnTo>
                    <a:lnTo>
                      <a:pt x="792" y="182"/>
                    </a:lnTo>
                    <a:lnTo>
                      <a:pt x="834" y="174"/>
                    </a:lnTo>
                    <a:lnTo>
                      <a:pt x="882" y="158"/>
                    </a:lnTo>
                    <a:lnTo>
                      <a:pt x="888" y="168"/>
                    </a:lnTo>
                    <a:lnTo>
                      <a:pt x="874" y="176"/>
                    </a:lnTo>
                    <a:lnTo>
                      <a:pt x="882" y="192"/>
                    </a:lnTo>
                    <a:lnTo>
                      <a:pt x="878" y="206"/>
                    </a:lnTo>
                    <a:lnTo>
                      <a:pt x="932" y="204"/>
                    </a:lnTo>
                    <a:lnTo>
                      <a:pt x="982" y="190"/>
                    </a:lnTo>
                    <a:lnTo>
                      <a:pt x="1018" y="172"/>
                    </a:lnTo>
                    <a:lnTo>
                      <a:pt x="1028" y="182"/>
                    </a:lnTo>
                    <a:lnTo>
                      <a:pt x="1006" y="196"/>
                    </a:lnTo>
                    <a:lnTo>
                      <a:pt x="1012" y="206"/>
                    </a:lnTo>
                    <a:lnTo>
                      <a:pt x="996" y="228"/>
                    </a:lnTo>
                    <a:lnTo>
                      <a:pt x="1020" y="220"/>
                    </a:lnTo>
                    <a:lnTo>
                      <a:pt x="1010" y="242"/>
                    </a:lnTo>
                    <a:lnTo>
                      <a:pt x="1016" y="252"/>
                    </a:lnTo>
                    <a:lnTo>
                      <a:pt x="1004" y="264"/>
                    </a:lnTo>
                    <a:lnTo>
                      <a:pt x="966" y="282"/>
                    </a:lnTo>
                    <a:lnTo>
                      <a:pt x="976" y="298"/>
                    </a:lnTo>
                    <a:lnTo>
                      <a:pt x="994" y="298"/>
                    </a:lnTo>
                    <a:lnTo>
                      <a:pt x="968" y="316"/>
                    </a:lnTo>
                    <a:lnTo>
                      <a:pt x="962" y="332"/>
                    </a:lnTo>
                    <a:lnTo>
                      <a:pt x="948" y="334"/>
                    </a:lnTo>
                    <a:lnTo>
                      <a:pt x="934" y="326"/>
                    </a:lnTo>
                    <a:lnTo>
                      <a:pt x="908" y="348"/>
                    </a:lnTo>
                    <a:lnTo>
                      <a:pt x="920" y="372"/>
                    </a:lnTo>
                    <a:lnTo>
                      <a:pt x="924" y="410"/>
                    </a:lnTo>
                    <a:lnTo>
                      <a:pt x="906" y="398"/>
                    </a:lnTo>
                    <a:lnTo>
                      <a:pt x="906" y="412"/>
                    </a:lnTo>
                    <a:lnTo>
                      <a:pt x="918" y="422"/>
                    </a:lnTo>
                    <a:lnTo>
                      <a:pt x="916" y="434"/>
                    </a:lnTo>
                    <a:lnTo>
                      <a:pt x="892" y="434"/>
                    </a:lnTo>
                    <a:lnTo>
                      <a:pt x="890" y="420"/>
                    </a:lnTo>
                    <a:lnTo>
                      <a:pt x="900" y="400"/>
                    </a:lnTo>
                    <a:lnTo>
                      <a:pt x="886" y="406"/>
                    </a:lnTo>
                    <a:lnTo>
                      <a:pt x="892" y="358"/>
                    </a:lnTo>
                    <a:lnTo>
                      <a:pt x="850" y="372"/>
                    </a:lnTo>
                    <a:lnTo>
                      <a:pt x="804" y="384"/>
                    </a:lnTo>
                    <a:lnTo>
                      <a:pt x="756" y="388"/>
                    </a:lnTo>
                    <a:lnTo>
                      <a:pt x="754" y="412"/>
                    </a:lnTo>
                    <a:lnTo>
                      <a:pt x="734" y="408"/>
                    </a:lnTo>
                    <a:lnTo>
                      <a:pt x="696" y="390"/>
                    </a:lnTo>
                    <a:lnTo>
                      <a:pt x="654" y="414"/>
                    </a:lnTo>
                    <a:lnTo>
                      <a:pt x="698" y="438"/>
                    </a:lnTo>
                    <a:lnTo>
                      <a:pt x="694" y="456"/>
                    </a:lnTo>
                    <a:lnTo>
                      <a:pt x="684" y="462"/>
                    </a:lnTo>
                    <a:lnTo>
                      <a:pt x="640" y="438"/>
                    </a:lnTo>
                    <a:lnTo>
                      <a:pt x="620" y="468"/>
                    </a:lnTo>
                    <a:lnTo>
                      <a:pt x="592" y="442"/>
                    </a:lnTo>
                    <a:lnTo>
                      <a:pt x="574" y="468"/>
                    </a:lnTo>
                    <a:lnTo>
                      <a:pt x="540" y="444"/>
                    </a:lnTo>
                    <a:lnTo>
                      <a:pt x="520" y="476"/>
                    </a:lnTo>
                    <a:lnTo>
                      <a:pt x="498" y="486"/>
                    </a:lnTo>
                    <a:lnTo>
                      <a:pt x="466" y="482"/>
                    </a:lnTo>
                    <a:lnTo>
                      <a:pt x="462" y="502"/>
                    </a:lnTo>
                    <a:lnTo>
                      <a:pt x="486" y="514"/>
                    </a:lnTo>
                    <a:lnTo>
                      <a:pt x="480" y="532"/>
                    </a:lnTo>
                    <a:lnTo>
                      <a:pt x="460" y="540"/>
                    </a:lnTo>
                    <a:lnTo>
                      <a:pt x="464" y="570"/>
                    </a:lnTo>
                    <a:lnTo>
                      <a:pt x="0" y="562"/>
                    </a:lnTo>
                    <a:lnTo>
                      <a:pt x="138" y="0"/>
                    </a:lnTo>
                    <a:lnTo>
                      <a:pt x="408" y="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Freeform 23"/>
              <p:cNvSpPr>
                <a:spLocks/>
              </p:cNvSpPr>
              <p:nvPr/>
            </p:nvSpPr>
            <p:spPr bwMode="ltGray">
              <a:xfrm>
                <a:off x="3136" y="2336"/>
                <a:ext cx="142" cy="90"/>
              </a:xfrm>
              <a:custGeom>
                <a:avLst/>
                <a:gdLst>
                  <a:gd name="T0" fmla="*/ 0 w 142"/>
                  <a:gd name="T1" fmla="*/ 90 h 90"/>
                  <a:gd name="T2" fmla="*/ 2 w 142"/>
                  <a:gd name="T3" fmla="*/ 4 h 90"/>
                  <a:gd name="T4" fmla="*/ 14 w 142"/>
                  <a:gd name="T5" fmla="*/ 2 h 90"/>
                  <a:gd name="T6" fmla="*/ 12 w 142"/>
                  <a:gd name="T7" fmla="*/ 74 h 90"/>
                  <a:gd name="T8" fmla="*/ 40 w 142"/>
                  <a:gd name="T9" fmla="*/ 68 h 90"/>
                  <a:gd name="T10" fmla="*/ 34 w 142"/>
                  <a:gd name="T11" fmla="*/ 2 h 90"/>
                  <a:gd name="T12" fmla="*/ 50 w 142"/>
                  <a:gd name="T13" fmla="*/ 4 h 90"/>
                  <a:gd name="T14" fmla="*/ 52 w 142"/>
                  <a:gd name="T15" fmla="*/ 70 h 90"/>
                  <a:gd name="T16" fmla="*/ 90 w 142"/>
                  <a:gd name="T17" fmla="*/ 28 h 90"/>
                  <a:gd name="T18" fmla="*/ 104 w 142"/>
                  <a:gd name="T19" fmla="*/ 28 h 90"/>
                  <a:gd name="T20" fmla="*/ 72 w 142"/>
                  <a:gd name="T21" fmla="*/ 64 h 90"/>
                  <a:gd name="T22" fmla="*/ 102 w 142"/>
                  <a:gd name="T23" fmla="*/ 62 h 90"/>
                  <a:gd name="T24" fmla="*/ 92 w 142"/>
                  <a:gd name="T25" fmla="*/ 0 h 90"/>
                  <a:gd name="T26" fmla="*/ 106 w 142"/>
                  <a:gd name="T27" fmla="*/ 2 h 90"/>
                  <a:gd name="T28" fmla="*/ 112 w 142"/>
                  <a:gd name="T29" fmla="*/ 60 h 90"/>
                  <a:gd name="T30" fmla="*/ 128 w 142"/>
                  <a:gd name="T31" fmla="*/ 62 h 90"/>
                  <a:gd name="T32" fmla="*/ 124 w 142"/>
                  <a:gd name="T33" fmla="*/ 16 h 90"/>
                  <a:gd name="T34" fmla="*/ 114 w 142"/>
                  <a:gd name="T35" fmla="*/ 28 h 90"/>
                  <a:gd name="T36" fmla="*/ 120 w 142"/>
                  <a:gd name="T37" fmla="*/ 4 h 90"/>
                  <a:gd name="T38" fmla="*/ 136 w 142"/>
                  <a:gd name="T39" fmla="*/ 0 h 90"/>
                  <a:gd name="T40" fmla="*/ 142 w 142"/>
                  <a:gd name="T41" fmla="*/ 60 h 90"/>
                  <a:gd name="T42" fmla="*/ 116 w 142"/>
                  <a:gd name="T43" fmla="*/ 78 h 90"/>
                  <a:gd name="T44" fmla="*/ 0 w 142"/>
                  <a:gd name="T45" fmla="*/ 90 h 9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42" h="90">
                    <a:moveTo>
                      <a:pt x="0" y="90"/>
                    </a:moveTo>
                    <a:lnTo>
                      <a:pt x="2" y="4"/>
                    </a:lnTo>
                    <a:lnTo>
                      <a:pt x="14" y="2"/>
                    </a:lnTo>
                    <a:lnTo>
                      <a:pt x="12" y="74"/>
                    </a:lnTo>
                    <a:lnTo>
                      <a:pt x="40" y="68"/>
                    </a:lnTo>
                    <a:lnTo>
                      <a:pt x="34" y="2"/>
                    </a:lnTo>
                    <a:lnTo>
                      <a:pt x="50" y="4"/>
                    </a:lnTo>
                    <a:lnTo>
                      <a:pt x="52" y="70"/>
                    </a:lnTo>
                    <a:lnTo>
                      <a:pt x="90" y="28"/>
                    </a:lnTo>
                    <a:lnTo>
                      <a:pt x="104" y="28"/>
                    </a:lnTo>
                    <a:lnTo>
                      <a:pt x="72" y="64"/>
                    </a:lnTo>
                    <a:lnTo>
                      <a:pt x="102" y="62"/>
                    </a:lnTo>
                    <a:lnTo>
                      <a:pt x="92" y="0"/>
                    </a:lnTo>
                    <a:lnTo>
                      <a:pt x="106" y="2"/>
                    </a:lnTo>
                    <a:lnTo>
                      <a:pt x="112" y="60"/>
                    </a:lnTo>
                    <a:lnTo>
                      <a:pt x="128" y="62"/>
                    </a:lnTo>
                    <a:lnTo>
                      <a:pt x="124" y="16"/>
                    </a:lnTo>
                    <a:lnTo>
                      <a:pt x="114" y="28"/>
                    </a:lnTo>
                    <a:lnTo>
                      <a:pt x="120" y="4"/>
                    </a:lnTo>
                    <a:lnTo>
                      <a:pt x="136" y="0"/>
                    </a:lnTo>
                    <a:lnTo>
                      <a:pt x="142" y="60"/>
                    </a:lnTo>
                    <a:lnTo>
                      <a:pt x="116" y="78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9" name="Freeform 24"/>
              <p:cNvSpPr>
                <a:spLocks/>
              </p:cNvSpPr>
              <p:nvPr/>
            </p:nvSpPr>
            <p:spPr bwMode="ltGray">
              <a:xfrm>
                <a:off x="1878" y="2312"/>
                <a:ext cx="990" cy="588"/>
              </a:xfrm>
              <a:custGeom>
                <a:avLst/>
                <a:gdLst>
                  <a:gd name="T0" fmla="*/ 990 w 990"/>
                  <a:gd name="T1" fmla="*/ 0 h 588"/>
                  <a:gd name="T2" fmla="*/ 534 w 990"/>
                  <a:gd name="T3" fmla="*/ 38 h 588"/>
                  <a:gd name="T4" fmla="*/ 506 w 990"/>
                  <a:gd name="T5" fmla="*/ 62 h 588"/>
                  <a:gd name="T6" fmla="*/ 548 w 990"/>
                  <a:gd name="T7" fmla="*/ 58 h 588"/>
                  <a:gd name="T8" fmla="*/ 508 w 990"/>
                  <a:gd name="T9" fmla="*/ 86 h 588"/>
                  <a:gd name="T10" fmla="*/ 552 w 990"/>
                  <a:gd name="T11" fmla="*/ 86 h 588"/>
                  <a:gd name="T12" fmla="*/ 482 w 990"/>
                  <a:gd name="T13" fmla="*/ 112 h 588"/>
                  <a:gd name="T14" fmla="*/ 414 w 990"/>
                  <a:gd name="T15" fmla="*/ 90 h 588"/>
                  <a:gd name="T16" fmla="*/ 410 w 990"/>
                  <a:gd name="T17" fmla="*/ 102 h 588"/>
                  <a:gd name="T18" fmla="*/ 410 w 990"/>
                  <a:gd name="T19" fmla="*/ 116 h 588"/>
                  <a:gd name="T20" fmla="*/ 384 w 990"/>
                  <a:gd name="T21" fmla="*/ 122 h 588"/>
                  <a:gd name="T22" fmla="*/ 472 w 990"/>
                  <a:gd name="T23" fmla="*/ 98 h 588"/>
                  <a:gd name="T24" fmla="*/ 406 w 990"/>
                  <a:gd name="T25" fmla="*/ 144 h 588"/>
                  <a:gd name="T26" fmla="*/ 390 w 990"/>
                  <a:gd name="T27" fmla="*/ 160 h 588"/>
                  <a:gd name="T28" fmla="*/ 396 w 990"/>
                  <a:gd name="T29" fmla="*/ 200 h 588"/>
                  <a:gd name="T30" fmla="*/ 374 w 990"/>
                  <a:gd name="T31" fmla="*/ 182 h 588"/>
                  <a:gd name="T32" fmla="*/ 364 w 990"/>
                  <a:gd name="T33" fmla="*/ 216 h 588"/>
                  <a:gd name="T34" fmla="*/ 322 w 990"/>
                  <a:gd name="T35" fmla="*/ 234 h 588"/>
                  <a:gd name="T36" fmla="*/ 290 w 990"/>
                  <a:gd name="T37" fmla="*/ 196 h 588"/>
                  <a:gd name="T38" fmla="*/ 280 w 990"/>
                  <a:gd name="T39" fmla="*/ 216 h 588"/>
                  <a:gd name="T40" fmla="*/ 270 w 990"/>
                  <a:gd name="T41" fmla="*/ 252 h 588"/>
                  <a:gd name="T42" fmla="*/ 184 w 990"/>
                  <a:gd name="T43" fmla="*/ 280 h 588"/>
                  <a:gd name="T44" fmla="*/ 130 w 990"/>
                  <a:gd name="T45" fmla="*/ 258 h 588"/>
                  <a:gd name="T46" fmla="*/ 144 w 990"/>
                  <a:gd name="T47" fmla="*/ 288 h 588"/>
                  <a:gd name="T48" fmla="*/ 66 w 990"/>
                  <a:gd name="T49" fmla="*/ 308 h 588"/>
                  <a:gd name="T50" fmla="*/ 18 w 990"/>
                  <a:gd name="T51" fmla="*/ 286 h 588"/>
                  <a:gd name="T52" fmla="*/ 24 w 990"/>
                  <a:gd name="T53" fmla="*/ 310 h 588"/>
                  <a:gd name="T54" fmla="*/ 18 w 990"/>
                  <a:gd name="T55" fmla="*/ 342 h 588"/>
                  <a:gd name="T56" fmla="*/ 0 w 990"/>
                  <a:gd name="T57" fmla="*/ 348 h 588"/>
                  <a:gd name="T58" fmla="*/ 52 w 990"/>
                  <a:gd name="T59" fmla="*/ 374 h 588"/>
                  <a:gd name="T60" fmla="*/ 60 w 990"/>
                  <a:gd name="T61" fmla="*/ 394 h 588"/>
                  <a:gd name="T62" fmla="*/ 36 w 990"/>
                  <a:gd name="T63" fmla="*/ 406 h 588"/>
                  <a:gd name="T64" fmla="*/ 76 w 990"/>
                  <a:gd name="T65" fmla="*/ 426 h 588"/>
                  <a:gd name="T66" fmla="*/ 104 w 990"/>
                  <a:gd name="T67" fmla="*/ 440 h 588"/>
                  <a:gd name="T68" fmla="*/ 94 w 990"/>
                  <a:gd name="T69" fmla="*/ 488 h 588"/>
                  <a:gd name="T70" fmla="*/ 110 w 990"/>
                  <a:gd name="T71" fmla="*/ 498 h 588"/>
                  <a:gd name="T72" fmla="*/ 118 w 990"/>
                  <a:gd name="T73" fmla="*/ 518 h 588"/>
                  <a:gd name="T74" fmla="*/ 116 w 990"/>
                  <a:gd name="T75" fmla="*/ 476 h 588"/>
                  <a:gd name="T76" fmla="*/ 130 w 990"/>
                  <a:gd name="T77" fmla="*/ 448 h 588"/>
                  <a:gd name="T78" fmla="*/ 180 w 990"/>
                  <a:gd name="T79" fmla="*/ 426 h 588"/>
                  <a:gd name="T80" fmla="*/ 212 w 990"/>
                  <a:gd name="T81" fmla="*/ 440 h 588"/>
                  <a:gd name="T82" fmla="*/ 222 w 990"/>
                  <a:gd name="T83" fmla="*/ 424 h 588"/>
                  <a:gd name="T84" fmla="*/ 246 w 990"/>
                  <a:gd name="T85" fmla="*/ 442 h 588"/>
                  <a:gd name="T86" fmla="*/ 260 w 990"/>
                  <a:gd name="T87" fmla="*/ 434 h 588"/>
                  <a:gd name="T88" fmla="*/ 244 w 990"/>
                  <a:gd name="T89" fmla="*/ 462 h 588"/>
                  <a:gd name="T90" fmla="*/ 350 w 990"/>
                  <a:gd name="T91" fmla="*/ 444 h 588"/>
                  <a:gd name="T92" fmla="*/ 344 w 990"/>
                  <a:gd name="T93" fmla="*/ 472 h 588"/>
                  <a:gd name="T94" fmla="*/ 330 w 990"/>
                  <a:gd name="T95" fmla="*/ 528 h 588"/>
                  <a:gd name="T96" fmla="*/ 414 w 990"/>
                  <a:gd name="T97" fmla="*/ 474 h 588"/>
                  <a:gd name="T98" fmla="*/ 480 w 990"/>
                  <a:gd name="T99" fmla="*/ 502 h 588"/>
                  <a:gd name="T100" fmla="*/ 526 w 990"/>
                  <a:gd name="T101" fmla="*/ 528 h 588"/>
                  <a:gd name="T102" fmla="*/ 494 w 990"/>
                  <a:gd name="T103" fmla="*/ 556 h 588"/>
                  <a:gd name="T104" fmla="*/ 528 w 990"/>
                  <a:gd name="T105" fmla="*/ 588 h 588"/>
                  <a:gd name="T106" fmla="*/ 844 w 990"/>
                  <a:gd name="T107" fmla="*/ 532 h 58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990" h="588">
                    <a:moveTo>
                      <a:pt x="844" y="532"/>
                    </a:moveTo>
                    <a:lnTo>
                      <a:pt x="990" y="0"/>
                    </a:lnTo>
                    <a:lnTo>
                      <a:pt x="554" y="10"/>
                    </a:lnTo>
                    <a:lnTo>
                      <a:pt x="534" y="38"/>
                    </a:lnTo>
                    <a:lnTo>
                      <a:pt x="506" y="50"/>
                    </a:lnTo>
                    <a:lnTo>
                      <a:pt x="506" y="62"/>
                    </a:lnTo>
                    <a:lnTo>
                      <a:pt x="550" y="38"/>
                    </a:lnTo>
                    <a:lnTo>
                      <a:pt x="548" y="58"/>
                    </a:lnTo>
                    <a:lnTo>
                      <a:pt x="506" y="74"/>
                    </a:lnTo>
                    <a:lnTo>
                      <a:pt x="508" y="86"/>
                    </a:lnTo>
                    <a:lnTo>
                      <a:pt x="550" y="64"/>
                    </a:lnTo>
                    <a:lnTo>
                      <a:pt x="552" y="86"/>
                    </a:lnTo>
                    <a:lnTo>
                      <a:pt x="506" y="104"/>
                    </a:lnTo>
                    <a:lnTo>
                      <a:pt x="482" y="112"/>
                    </a:lnTo>
                    <a:lnTo>
                      <a:pt x="480" y="72"/>
                    </a:lnTo>
                    <a:lnTo>
                      <a:pt x="414" y="90"/>
                    </a:lnTo>
                    <a:lnTo>
                      <a:pt x="394" y="84"/>
                    </a:lnTo>
                    <a:lnTo>
                      <a:pt x="410" y="102"/>
                    </a:lnTo>
                    <a:lnTo>
                      <a:pt x="472" y="84"/>
                    </a:lnTo>
                    <a:lnTo>
                      <a:pt x="410" y="116"/>
                    </a:lnTo>
                    <a:lnTo>
                      <a:pt x="390" y="110"/>
                    </a:lnTo>
                    <a:lnTo>
                      <a:pt x="384" y="122"/>
                    </a:lnTo>
                    <a:lnTo>
                      <a:pt x="404" y="128"/>
                    </a:lnTo>
                    <a:lnTo>
                      <a:pt x="472" y="98"/>
                    </a:lnTo>
                    <a:lnTo>
                      <a:pt x="472" y="122"/>
                    </a:lnTo>
                    <a:lnTo>
                      <a:pt x="406" y="144"/>
                    </a:lnTo>
                    <a:lnTo>
                      <a:pt x="402" y="160"/>
                    </a:lnTo>
                    <a:lnTo>
                      <a:pt x="390" y="160"/>
                    </a:lnTo>
                    <a:lnTo>
                      <a:pt x="402" y="172"/>
                    </a:lnTo>
                    <a:lnTo>
                      <a:pt x="396" y="200"/>
                    </a:lnTo>
                    <a:lnTo>
                      <a:pt x="382" y="202"/>
                    </a:lnTo>
                    <a:lnTo>
                      <a:pt x="374" y="182"/>
                    </a:lnTo>
                    <a:lnTo>
                      <a:pt x="364" y="190"/>
                    </a:lnTo>
                    <a:lnTo>
                      <a:pt x="364" y="216"/>
                    </a:lnTo>
                    <a:lnTo>
                      <a:pt x="352" y="226"/>
                    </a:lnTo>
                    <a:lnTo>
                      <a:pt x="322" y="234"/>
                    </a:lnTo>
                    <a:lnTo>
                      <a:pt x="300" y="218"/>
                    </a:lnTo>
                    <a:lnTo>
                      <a:pt x="290" y="196"/>
                    </a:lnTo>
                    <a:lnTo>
                      <a:pt x="276" y="198"/>
                    </a:lnTo>
                    <a:lnTo>
                      <a:pt x="280" y="216"/>
                    </a:lnTo>
                    <a:lnTo>
                      <a:pt x="268" y="238"/>
                    </a:lnTo>
                    <a:lnTo>
                      <a:pt x="270" y="252"/>
                    </a:lnTo>
                    <a:lnTo>
                      <a:pt x="222" y="278"/>
                    </a:lnTo>
                    <a:lnTo>
                      <a:pt x="184" y="280"/>
                    </a:lnTo>
                    <a:lnTo>
                      <a:pt x="156" y="274"/>
                    </a:lnTo>
                    <a:lnTo>
                      <a:pt x="130" y="258"/>
                    </a:lnTo>
                    <a:lnTo>
                      <a:pt x="120" y="268"/>
                    </a:lnTo>
                    <a:lnTo>
                      <a:pt x="144" y="288"/>
                    </a:lnTo>
                    <a:lnTo>
                      <a:pt x="112" y="304"/>
                    </a:lnTo>
                    <a:lnTo>
                      <a:pt x="66" y="308"/>
                    </a:lnTo>
                    <a:lnTo>
                      <a:pt x="34" y="298"/>
                    </a:lnTo>
                    <a:lnTo>
                      <a:pt x="18" y="286"/>
                    </a:lnTo>
                    <a:lnTo>
                      <a:pt x="8" y="296"/>
                    </a:lnTo>
                    <a:lnTo>
                      <a:pt x="24" y="310"/>
                    </a:lnTo>
                    <a:lnTo>
                      <a:pt x="26" y="332"/>
                    </a:lnTo>
                    <a:lnTo>
                      <a:pt x="18" y="342"/>
                    </a:lnTo>
                    <a:lnTo>
                      <a:pt x="6" y="334"/>
                    </a:lnTo>
                    <a:lnTo>
                      <a:pt x="0" y="348"/>
                    </a:lnTo>
                    <a:lnTo>
                      <a:pt x="20" y="364"/>
                    </a:lnTo>
                    <a:lnTo>
                      <a:pt x="52" y="374"/>
                    </a:lnTo>
                    <a:lnTo>
                      <a:pt x="66" y="382"/>
                    </a:lnTo>
                    <a:lnTo>
                      <a:pt x="60" y="394"/>
                    </a:lnTo>
                    <a:lnTo>
                      <a:pt x="38" y="392"/>
                    </a:lnTo>
                    <a:lnTo>
                      <a:pt x="36" y="406"/>
                    </a:lnTo>
                    <a:lnTo>
                      <a:pt x="62" y="410"/>
                    </a:lnTo>
                    <a:lnTo>
                      <a:pt x="76" y="426"/>
                    </a:lnTo>
                    <a:lnTo>
                      <a:pt x="104" y="422"/>
                    </a:lnTo>
                    <a:lnTo>
                      <a:pt x="104" y="440"/>
                    </a:lnTo>
                    <a:lnTo>
                      <a:pt x="94" y="460"/>
                    </a:lnTo>
                    <a:lnTo>
                      <a:pt x="94" y="488"/>
                    </a:lnTo>
                    <a:lnTo>
                      <a:pt x="110" y="482"/>
                    </a:lnTo>
                    <a:lnTo>
                      <a:pt x="110" y="498"/>
                    </a:lnTo>
                    <a:lnTo>
                      <a:pt x="96" y="514"/>
                    </a:lnTo>
                    <a:lnTo>
                      <a:pt x="118" y="518"/>
                    </a:lnTo>
                    <a:lnTo>
                      <a:pt x="124" y="506"/>
                    </a:lnTo>
                    <a:lnTo>
                      <a:pt x="116" y="476"/>
                    </a:lnTo>
                    <a:lnTo>
                      <a:pt x="134" y="486"/>
                    </a:lnTo>
                    <a:lnTo>
                      <a:pt x="130" y="448"/>
                    </a:lnTo>
                    <a:lnTo>
                      <a:pt x="118" y="432"/>
                    </a:lnTo>
                    <a:lnTo>
                      <a:pt x="180" y="426"/>
                    </a:lnTo>
                    <a:lnTo>
                      <a:pt x="188" y="442"/>
                    </a:lnTo>
                    <a:lnTo>
                      <a:pt x="212" y="440"/>
                    </a:lnTo>
                    <a:lnTo>
                      <a:pt x="208" y="422"/>
                    </a:lnTo>
                    <a:lnTo>
                      <a:pt x="222" y="424"/>
                    </a:lnTo>
                    <a:lnTo>
                      <a:pt x="228" y="442"/>
                    </a:lnTo>
                    <a:lnTo>
                      <a:pt x="246" y="442"/>
                    </a:lnTo>
                    <a:lnTo>
                      <a:pt x="244" y="426"/>
                    </a:lnTo>
                    <a:lnTo>
                      <a:pt x="260" y="434"/>
                    </a:lnTo>
                    <a:lnTo>
                      <a:pt x="288" y="428"/>
                    </a:lnTo>
                    <a:lnTo>
                      <a:pt x="244" y="462"/>
                    </a:lnTo>
                    <a:lnTo>
                      <a:pt x="266" y="492"/>
                    </a:lnTo>
                    <a:lnTo>
                      <a:pt x="350" y="444"/>
                    </a:lnTo>
                    <a:lnTo>
                      <a:pt x="368" y="452"/>
                    </a:lnTo>
                    <a:lnTo>
                      <a:pt x="344" y="472"/>
                    </a:lnTo>
                    <a:lnTo>
                      <a:pt x="300" y="502"/>
                    </a:lnTo>
                    <a:lnTo>
                      <a:pt x="330" y="528"/>
                    </a:lnTo>
                    <a:lnTo>
                      <a:pt x="370" y="502"/>
                    </a:lnTo>
                    <a:lnTo>
                      <a:pt x="414" y="474"/>
                    </a:lnTo>
                    <a:lnTo>
                      <a:pt x="426" y="508"/>
                    </a:lnTo>
                    <a:lnTo>
                      <a:pt x="480" y="502"/>
                    </a:lnTo>
                    <a:lnTo>
                      <a:pt x="476" y="524"/>
                    </a:lnTo>
                    <a:lnTo>
                      <a:pt x="526" y="528"/>
                    </a:lnTo>
                    <a:lnTo>
                      <a:pt x="516" y="542"/>
                    </a:lnTo>
                    <a:lnTo>
                      <a:pt x="494" y="556"/>
                    </a:lnTo>
                    <a:lnTo>
                      <a:pt x="512" y="582"/>
                    </a:lnTo>
                    <a:lnTo>
                      <a:pt x="528" y="588"/>
                    </a:lnTo>
                    <a:lnTo>
                      <a:pt x="836" y="568"/>
                    </a:lnTo>
                    <a:lnTo>
                      <a:pt x="844" y="53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0" name="Freeform 25"/>
              <p:cNvSpPr>
                <a:spLocks/>
              </p:cNvSpPr>
              <p:nvPr/>
            </p:nvSpPr>
            <p:spPr bwMode="ltGray">
              <a:xfrm>
                <a:off x="2287" y="2350"/>
                <a:ext cx="129" cy="132"/>
              </a:xfrm>
              <a:custGeom>
                <a:avLst/>
                <a:gdLst>
                  <a:gd name="T0" fmla="*/ 129 w 129"/>
                  <a:gd name="T1" fmla="*/ 78 h 132"/>
                  <a:gd name="T2" fmla="*/ 127 w 129"/>
                  <a:gd name="T3" fmla="*/ 0 h 132"/>
                  <a:gd name="T4" fmla="*/ 119 w 129"/>
                  <a:gd name="T5" fmla="*/ 4 h 132"/>
                  <a:gd name="T6" fmla="*/ 119 w 129"/>
                  <a:gd name="T7" fmla="*/ 66 h 132"/>
                  <a:gd name="T8" fmla="*/ 107 w 129"/>
                  <a:gd name="T9" fmla="*/ 72 h 132"/>
                  <a:gd name="T10" fmla="*/ 109 w 129"/>
                  <a:gd name="T11" fmla="*/ 10 h 132"/>
                  <a:gd name="T12" fmla="*/ 97 w 129"/>
                  <a:gd name="T13" fmla="*/ 14 h 132"/>
                  <a:gd name="T14" fmla="*/ 99 w 129"/>
                  <a:gd name="T15" fmla="*/ 88 h 132"/>
                  <a:gd name="T16" fmla="*/ 47 w 129"/>
                  <a:gd name="T17" fmla="*/ 108 h 132"/>
                  <a:gd name="T18" fmla="*/ 41 w 129"/>
                  <a:gd name="T19" fmla="*/ 46 h 132"/>
                  <a:gd name="T20" fmla="*/ 33 w 129"/>
                  <a:gd name="T21" fmla="*/ 48 h 132"/>
                  <a:gd name="T22" fmla="*/ 33 w 129"/>
                  <a:gd name="T23" fmla="*/ 104 h 132"/>
                  <a:gd name="T24" fmla="*/ 15 w 129"/>
                  <a:gd name="T25" fmla="*/ 110 h 132"/>
                  <a:gd name="T26" fmla="*/ 15 w 129"/>
                  <a:gd name="T27" fmla="*/ 52 h 132"/>
                  <a:gd name="T28" fmla="*/ 1 w 129"/>
                  <a:gd name="T29" fmla="*/ 58 h 132"/>
                  <a:gd name="T30" fmla="*/ 7 w 129"/>
                  <a:gd name="T31" fmla="*/ 132 h 132"/>
                  <a:gd name="T32" fmla="*/ 129 w 129"/>
                  <a:gd name="T33" fmla="*/ 78 h 13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9" h="132">
                    <a:moveTo>
                      <a:pt x="129" y="78"/>
                    </a:moveTo>
                    <a:lnTo>
                      <a:pt x="127" y="0"/>
                    </a:lnTo>
                    <a:lnTo>
                      <a:pt x="119" y="4"/>
                    </a:lnTo>
                    <a:lnTo>
                      <a:pt x="119" y="66"/>
                    </a:lnTo>
                    <a:lnTo>
                      <a:pt x="107" y="72"/>
                    </a:lnTo>
                    <a:lnTo>
                      <a:pt x="109" y="10"/>
                    </a:lnTo>
                    <a:lnTo>
                      <a:pt x="97" y="14"/>
                    </a:lnTo>
                    <a:lnTo>
                      <a:pt x="99" y="88"/>
                    </a:lnTo>
                    <a:lnTo>
                      <a:pt x="47" y="108"/>
                    </a:lnTo>
                    <a:lnTo>
                      <a:pt x="41" y="46"/>
                    </a:lnTo>
                    <a:lnTo>
                      <a:pt x="33" y="48"/>
                    </a:lnTo>
                    <a:lnTo>
                      <a:pt x="33" y="104"/>
                    </a:lnTo>
                    <a:lnTo>
                      <a:pt x="15" y="110"/>
                    </a:lnTo>
                    <a:lnTo>
                      <a:pt x="15" y="52"/>
                    </a:lnTo>
                    <a:cubicBezTo>
                      <a:pt x="0" y="56"/>
                      <a:pt x="1" y="51"/>
                      <a:pt x="1" y="58"/>
                    </a:cubicBezTo>
                    <a:lnTo>
                      <a:pt x="7" y="132"/>
                    </a:lnTo>
                    <a:lnTo>
                      <a:pt x="129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1" name="Group 26"/>
              <p:cNvGrpSpPr>
                <a:grpSpLocks/>
              </p:cNvGrpSpPr>
              <p:nvPr/>
            </p:nvGrpSpPr>
            <p:grpSpPr bwMode="auto">
              <a:xfrm>
                <a:off x="1838" y="2868"/>
                <a:ext cx="1950" cy="604"/>
                <a:chOff x="1838" y="2868"/>
                <a:chExt cx="1950" cy="604"/>
              </a:xfrm>
            </p:grpSpPr>
            <p:sp>
              <p:nvSpPr>
                <p:cNvPr id="1046" name="Freeform 27"/>
                <p:cNvSpPr>
                  <a:spLocks/>
                </p:cNvSpPr>
                <p:nvPr/>
              </p:nvSpPr>
              <p:spPr bwMode="ltGray">
                <a:xfrm>
                  <a:off x="1838" y="2868"/>
                  <a:ext cx="1056" cy="604"/>
                </a:xfrm>
                <a:custGeom>
                  <a:avLst/>
                  <a:gdLst>
                    <a:gd name="T0" fmla="*/ 1056 w 1056"/>
                    <a:gd name="T1" fmla="*/ 590 h 604"/>
                    <a:gd name="T2" fmla="*/ 512 w 1056"/>
                    <a:gd name="T3" fmla="*/ 584 h 604"/>
                    <a:gd name="T4" fmla="*/ 510 w 1056"/>
                    <a:gd name="T5" fmla="*/ 566 h 604"/>
                    <a:gd name="T6" fmla="*/ 532 w 1056"/>
                    <a:gd name="T7" fmla="*/ 532 h 604"/>
                    <a:gd name="T8" fmla="*/ 490 w 1056"/>
                    <a:gd name="T9" fmla="*/ 528 h 604"/>
                    <a:gd name="T10" fmla="*/ 470 w 1056"/>
                    <a:gd name="T11" fmla="*/ 514 h 604"/>
                    <a:gd name="T12" fmla="*/ 462 w 1056"/>
                    <a:gd name="T13" fmla="*/ 492 h 604"/>
                    <a:gd name="T14" fmla="*/ 430 w 1056"/>
                    <a:gd name="T15" fmla="*/ 496 h 604"/>
                    <a:gd name="T16" fmla="*/ 400 w 1056"/>
                    <a:gd name="T17" fmla="*/ 516 h 604"/>
                    <a:gd name="T18" fmla="*/ 382 w 1056"/>
                    <a:gd name="T19" fmla="*/ 504 h 604"/>
                    <a:gd name="T20" fmla="*/ 312 w 1056"/>
                    <a:gd name="T21" fmla="*/ 520 h 604"/>
                    <a:gd name="T22" fmla="*/ 348 w 1056"/>
                    <a:gd name="T23" fmla="*/ 462 h 604"/>
                    <a:gd name="T24" fmla="*/ 322 w 1056"/>
                    <a:gd name="T25" fmla="*/ 448 h 604"/>
                    <a:gd name="T26" fmla="*/ 250 w 1056"/>
                    <a:gd name="T27" fmla="*/ 468 h 604"/>
                    <a:gd name="T28" fmla="*/ 242 w 1056"/>
                    <a:gd name="T29" fmla="*/ 438 h 604"/>
                    <a:gd name="T30" fmla="*/ 282 w 1056"/>
                    <a:gd name="T31" fmla="*/ 422 h 604"/>
                    <a:gd name="T32" fmla="*/ 220 w 1056"/>
                    <a:gd name="T33" fmla="*/ 428 h 604"/>
                    <a:gd name="T34" fmla="*/ 162 w 1056"/>
                    <a:gd name="T35" fmla="*/ 422 h 604"/>
                    <a:gd name="T36" fmla="*/ 114 w 1056"/>
                    <a:gd name="T37" fmla="*/ 444 h 604"/>
                    <a:gd name="T38" fmla="*/ 126 w 1056"/>
                    <a:gd name="T39" fmla="*/ 484 h 604"/>
                    <a:gd name="T40" fmla="*/ 112 w 1056"/>
                    <a:gd name="T41" fmla="*/ 490 h 604"/>
                    <a:gd name="T42" fmla="*/ 106 w 1056"/>
                    <a:gd name="T43" fmla="*/ 512 h 604"/>
                    <a:gd name="T44" fmla="*/ 104 w 1056"/>
                    <a:gd name="T45" fmla="*/ 480 h 604"/>
                    <a:gd name="T46" fmla="*/ 96 w 1056"/>
                    <a:gd name="T47" fmla="*/ 440 h 604"/>
                    <a:gd name="T48" fmla="*/ 76 w 1056"/>
                    <a:gd name="T49" fmla="*/ 418 h 604"/>
                    <a:gd name="T50" fmla="*/ 38 w 1056"/>
                    <a:gd name="T51" fmla="*/ 390 h 604"/>
                    <a:gd name="T52" fmla="*/ 50 w 1056"/>
                    <a:gd name="T53" fmla="*/ 374 h 604"/>
                    <a:gd name="T54" fmla="*/ 20 w 1056"/>
                    <a:gd name="T55" fmla="*/ 324 h 604"/>
                    <a:gd name="T56" fmla="*/ 8 w 1056"/>
                    <a:gd name="T57" fmla="*/ 308 h 604"/>
                    <a:gd name="T58" fmla="*/ 2 w 1056"/>
                    <a:gd name="T59" fmla="*/ 270 h 604"/>
                    <a:gd name="T60" fmla="*/ 50 w 1056"/>
                    <a:gd name="T61" fmla="*/ 286 h 604"/>
                    <a:gd name="T62" fmla="*/ 136 w 1056"/>
                    <a:gd name="T63" fmla="*/ 276 h 604"/>
                    <a:gd name="T64" fmla="*/ 126 w 1056"/>
                    <a:gd name="T65" fmla="*/ 252 h 604"/>
                    <a:gd name="T66" fmla="*/ 156 w 1056"/>
                    <a:gd name="T67" fmla="*/ 250 h 604"/>
                    <a:gd name="T68" fmla="*/ 200 w 1056"/>
                    <a:gd name="T69" fmla="*/ 256 h 604"/>
                    <a:gd name="T70" fmla="*/ 254 w 1056"/>
                    <a:gd name="T71" fmla="*/ 240 h 604"/>
                    <a:gd name="T72" fmla="*/ 398 w 1056"/>
                    <a:gd name="T73" fmla="*/ 180 h 604"/>
                    <a:gd name="T74" fmla="*/ 366 w 1056"/>
                    <a:gd name="T75" fmla="*/ 158 h 604"/>
                    <a:gd name="T76" fmla="*/ 436 w 1056"/>
                    <a:gd name="T77" fmla="*/ 126 h 604"/>
                    <a:gd name="T78" fmla="*/ 472 w 1056"/>
                    <a:gd name="T79" fmla="*/ 100 h 604"/>
                    <a:gd name="T80" fmla="*/ 398 w 1056"/>
                    <a:gd name="T81" fmla="*/ 102 h 604"/>
                    <a:gd name="T82" fmla="*/ 386 w 1056"/>
                    <a:gd name="T83" fmla="*/ 84 h 604"/>
                    <a:gd name="T84" fmla="*/ 470 w 1056"/>
                    <a:gd name="T85" fmla="*/ 90 h 604"/>
                    <a:gd name="T86" fmla="*/ 426 w 1056"/>
                    <a:gd name="T87" fmla="*/ 82 h 604"/>
                    <a:gd name="T88" fmla="*/ 384 w 1056"/>
                    <a:gd name="T89" fmla="*/ 70 h 604"/>
                    <a:gd name="T90" fmla="*/ 424 w 1056"/>
                    <a:gd name="T91" fmla="*/ 72 h 604"/>
                    <a:gd name="T92" fmla="*/ 482 w 1056"/>
                    <a:gd name="T93" fmla="*/ 66 h 604"/>
                    <a:gd name="T94" fmla="*/ 512 w 1056"/>
                    <a:gd name="T95" fmla="*/ 118 h 604"/>
                    <a:gd name="T96" fmla="*/ 522 w 1056"/>
                    <a:gd name="T97" fmla="*/ 58 h 604"/>
                    <a:gd name="T98" fmla="*/ 536 w 1056"/>
                    <a:gd name="T99" fmla="*/ 110 h 604"/>
                    <a:gd name="T100" fmla="*/ 548 w 1056"/>
                    <a:gd name="T101" fmla="*/ 52 h 604"/>
                    <a:gd name="T102" fmla="*/ 566 w 1056"/>
                    <a:gd name="T103" fmla="*/ 102 h 604"/>
                    <a:gd name="T104" fmla="*/ 908 w 1056"/>
                    <a:gd name="T105" fmla="*/ 0 h 604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1056" h="604">
                      <a:moveTo>
                        <a:pt x="1050" y="8"/>
                      </a:moveTo>
                      <a:lnTo>
                        <a:pt x="1056" y="590"/>
                      </a:lnTo>
                      <a:lnTo>
                        <a:pt x="526" y="604"/>
                      </a:lnTo>
                      <a:lnTo>
                        <a:pt x="512" y="584"/>
                      </a:lnTo>
                      <a:lnTo>
                        <a:pt x="526" y="574"/>
                      </a:lnTo>
                      <a:lnTo>
                        <a:pt x="510" y="566"/>
                      </a:lnTo>
                      <a:lnTo>
                        <a:pt x="510" y="548"/>
                      </a:lnTo>
                      <a:lnTo>
                        <a:pt x="532" y="532"/>
                      </a:lnTo>
                      <a:lnTo>
                        <a:pt x="530" y="520"/>
                      </a:lnTo>
                      <a:lnTo>
                        <a:pt x="490" y="528"/>
                      </a:lnTo>
                      <a:lnTo>
                        <a:pt x="486" y="514"/>
                      </a:lnTo>
                      <a:lnTo>
                        <a:pt x="470" y="514"/>
                      </a:lnTo>
                      <a:lnTo>
                        <a:pt x="474" y="496"/>
                      </a:lnTo>
                      <a:lnTo>
                        <a:pt x="462" y="492"/>
                      </a:lnTo>
                      <a:lnTo>
                        <a:pt x="436" y="508"/>
                      </a:lnTo>
                      <a:lnTo>
                        <a:pt x="430" y="496"/>
                      </a:lnTo>
                      <a:lnTo>
                        <a:pt x="408" y="504"/>
                      </a:lnTo>
                      <a:lnTo>
                        <a:pt x="400" y="516"/>
                      </a:lnTo>
                      <a:lnTo>
                        <a:pt x="388" y="514"/>
                      </a:lnTo>
                      <a:lnTo>
                        <a:pt x="382" y="504"/>
                      </a:lnTo>
                      <a:lnTo>
                        <a:pt x="370" y="506"/>
                      </a:lnTo>
                      <a:lnTo>
                        <a:pt x="312" y="520"/>
                      </a:lnTo>
                      <a:lnTo>
                        <a:pt x="296" y="494"/>
                      </a:lnTo>
                      <a:lnTo>
                        <a:pt x="348" y="462"/>
                      </a:lnTo>
                      <a:lnTo>
                        <a:pt x="340" y="444"/>
                      </a:lnTo>
                      <a:lnTo>
                        <a:pt x="322" y="448"/>
                      </a:lnTo>
                      <a:lnTo>
                        <a:pt x="264" y="470"/>
                      </a:lnTo>
                      <a:lnTo>
                        <a:pt x="250" y="468"/>
                      </a:lnTo>
                      <a:lnTo>
                        <a:pt x="236" y="448"/>
                      </a:lnTo>
                      <a:lnTo>
                        <a:pt x="242" y="438"/>
                      </a:lnTo>
                      <a:lnTo>
                        <a:pt x="260" y="430"/>
                      </a:lnTo>
                      <a:lnTo>
                        <a:pt x="282" y="422"/>
                      </a:lnTo>
                      <a:lnTo>
                        <a:pt x="246" y="428"/>
                      </a:lnTo>
                      <a:lnTo>
                        <a:pt x="220" y="428"/>
                      </a:lnTo>
                      <a:lnTo>
                        <a:pt x="180" y="432"/>
                      </a:lnTo>
                      <a:lnTo>
                        <a:pt x="162" y="422"/>
                      </a:lnTo>
                      <a:lnTo>
                        <a:pt x="120" y="422"/>
                      </a:lnTo>
                      <a:lnTo>
                        <a:pt x="114" y="444"/>
                      </a:lnTo>
                      <a:lnTo>
                        <a:pt x="122" y="458"/>
                      </a:lnTo>
                      <a:lnTo>
                        <a:pt x="126" y="484"/>
                      </a:lnTo>
                      <a:lnTo>
                        <a:pt x="110" y="478"/>
                      </a:lnTo>
                      <a:lnTo>
                        <a:pt x="112" y="490"/>
                      </a:lnTo>
                      <a:lnTo>
                        <a:pt x="124" y="508"/>
                      </a:lnTo>
                      <a:lnTo>
                        <a:pt x="106" y="512"/>
                      </a:lnTo>
                      <a:lnTo>
                        <a:pt x="94" y="502"/>
                      </a:lnTo>
                      <a:lnTo>
                        <a:pt x="104" y="480"/>
                      </a:lnTo>
                      <a:lnTo>
                        <a:pt x="92" y="482"/>
                      </a:lnTo>
                      <a:lnTo>
                        <a:pt x="96" y="440"/>
                      </a:lnTo>
                      <a:lnTo>
                        <a:pt x="106" y="420"/>
                      </a:lnTo>
                      <a:lnTo>
                        <a:pt x="76" y="418"/>
                      </a:lnTo>
                      <a:lnTo>
                        <a:pt x="58" y="404"/>
                      </a:lnTo>
                      <a:lnTo>
                        <a:pt x="38" y="390"/>
                      </a:lnTo>
                      <a:lnTo>
                        <a:pt x="34" y="378"/>
                      </a:lnTo>
                      <a:lnTo>
                        <a:pt x="50" y="374"/>
                      </a:lnTo>
                      <a:lnTo>
                        <a:pt x="32" y="334"/>
                      </a:lnTo>
                      <a:lnTo>
                        <a:pt x="20" y="324"/>
                      </a:lnTo>
                      <a:lnTo>
                        <a:pt x="0" y="318"/>
                      </a:lnTo>
                      <a:lnTo>
                        <a:pt x="8" y="308"/>
                      </a:lnTo>
                      <a:lnTo>
                        <a:pt x="22" y="292"/>
                      </a:lnTo>
                      <a:lnTo>
                        <a:pt x="2" y="270"/>
                      </a:lnTo>
                      <a:lnTo>
                        <a:pt x="20" y="264"/>
                      </a:lnTo>
                      <a:lnTo>
                        <a:pt x="50" y="286"/>
                      </a:lnTo>
                      <a:lnTo>
                        <a:pt x="116" y="286"/>
                      </a:lnTo>
                      <a:lnTo>
                        <a:pt x="136" y="276"/>
                      </a:lnTo>
                      <a:lnTo>
                        <a:pt x="138" y="260"/>
                      </a:lnTo>
                      <a:lnTo>
                        <a:pt x="126" y="252"/>
                      </a:lnTo>
                      <a:lnTo>
                        <a:pt x="140" y="242"/>
                      </a:lnTo>
                      <a:lnTo>
                        <a:pt x="156" y="250"/>
                      </a:lnTo>
                      <a:lnTo>
                        <a:pt x="176" y="260"/>
                      </a:lnTo>
                      <a:lnTo>
                        <a:pt x="200" y="256"/>
                      </a:lnTo>
                      <a:lnTo>
                        <a:pt x="222" y="246"/>
                      </a:lnTo>
                      <a:lnTo>
                        <a:pt x="254" y="240"/>
                      </a:lnTo>
                      <a:lnTo>
                        <a:pt x="346" y="206"/>
                      </a:lnTo>
                      <a:lnTo>
                        <a:pt x="398" y="180"/>
                      </a:lnTo>
                      <a:lnTo>
                        <a:pt x="408" y="172"/>
                      </a:lnTo>
                      <a:lnTo>
                        <a:pt x="366" y="158"/>
                      </a:lnTo>
                      <a:lnTo>
                        <a:pt x="394" y="120"/>
                      </a:lnTo>
                      <a:lnTo>
                        <a:pt x="436" y="126"/>
                      </a:lnTo>
                      <a:lnTo>
                        <a:pt x="474" y="122"/>
                      </a:lnTo>
                      <a:lnTo>
                        <a:pt x="472" y="100"/>
                      </a:lnTo>
                      <a:lnTo>
                        <a:pt x="414" y="106"/>
                      </a:lnTo>
                      <a:lnTo>
                        <a:pt x="398" y="102"/>
                      </a:lnTo>
                      <a:lnTo>
                        <a:pt x="378" y="94"/>
                      </a:lnTo>
                      <a:cubicBezTo>
                        <a:pt x="384" y="83"/>
                        <a:pt x="380" y="84"/>
                        <a:pt x="386" y="84"/>
                      </a:cubicBezTo>
                      <a:lnTo>
                        <a:pt x="420" y="98"/>
                      </a:lnTo>
                      <a:lnTo>
                        <a:pt x="470" y="90"/>
                      </a:lnTo>
                      <a:lnTo>
                        <a:pt x="470" y="74"/>
                      </a:lnTo>
                      <a:lnTo>
                        <a:pt x="426" y="82"/>
                      </a:lnTo>
                      <a:lnTo>
                        <a:pt x="402" y="78"/>
                      </a:lnTo>
                      <a:cubicBezTo>
                        <a:pt x="396" y="75"/>
                        <a:pt x="384" y="70"/>
                        <a:pt x="384" y="70"/>
                      </a:cubicBezTo>
                      <a:lnTo>
                        <a:pt x="392" y="60"/>
                      </a:lnTo>
                      <a:lnTo>
                        <a:pt x="424" y="72"/>
                      </a:lnTo>
                      <a:lnTo>
                        <a:pt x="454" y="68"/>
                      </a:lnTo>
                      <a:lnTo>
                        <a:pt x="482" y="66"/>
                      </a:lnTo>
                      <a:lnTo>
                        <a:pt x="484" y="122"/>
                      </a:lnTo>
                      <a:lnTo>
                        <a:pt x="512" y="118"/>
                      </a:lnTo>
                      <a:lnTo>
                        <a:pt x="510" y="62"/>
                      </a:lnTo>
                      <a:lnTo>
                        <a:pt x="522" y="58"/>
                      </a:lnTo>
                      <a:lnTo>
                        <a:pt x="524" y="114"/>
                      </a:lnTo>
                      <a:lnTo>
                        <a:pt x="536" y="110"/>
                      </a:lnTo>
                      <a:lnTo>
                        <a:pt x="536" y="54"/>
                      </a:lnTo>
                      <a:lnTo>
                        <a:pt x="548" y="52"/>
                      </a:lnTo>
                      <a:lnTo>
                        <a:pt x="548" y="110"/>
                      </a:lnTo>
                      <a:lnTo>
                        <a:pt x="566" y="102"/>
                      </a:lnTo>
                      <a:lnTo>
                        <a:pt x="564" y="20"/>
                      </a:lnTo>
                      <a:lnTo>
                        <a:pt x="908" y="0"/>
                      </a:lnTo>
                      <a:lnTo>
                        <a:pt x="1050" y="8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Freeform 28"/>
                <p:cNvSpPr>
                  <a:spLocks/>
                </p:cNvSpPr>
                <p:nvPr/>
              </p:nvSpPr>
              <p:spPr bwMode="ltGray">
                <a:xfrm>
                  <a:off x="2242" y="2912"/>
                  <a:ext cx="204" cy="110"/>
                </a:xfrm>
                <a:custGeom>
                  <a:avLst/>
                  <a:gdLst>
                    <a:gd name="T0" fmla="*/ 190 w 204"/>
                    <a:gd name="T1" fmla="*/ 0 h 110"/>
                    <a:gd name="T2" fmla="*/ 110 w 204"/>
                    <a:gd name="T3" fmla="*/ 16 h 110"/>
                    <a:gd name="T4" fmla="*/ 112 w 204"/>
                    <a:gd name="T5" fmla="*/ 22 h 110"/>
                    <a:gd name="T6" fmla="*/ 172 w 204"/>
                    <a:gd name="T7" fmla="*/ 14 h 110"/>
                    <a:gd name="T8" fmla="*/ 170 w 204"/>
                    <a:gd name="T9" fmla="*/ 26 h 110"/>
                    <a:gd name="T10" fmla="*/ 110 w 204"/>
                    <a:gd name="T11" fmla="*/ 38 h 110"/>
                    <a:gd name="T12" fmla="*/ 112 w 204"/>
                    <a:gd name="T13" fmla="*/ 50 h 110"/>
                    <a:gd name="T14" fmla="*/ 174 w 204"/>
                    <a:gd name="T15" fmla="*/ 34 h 110"/>
                    <a:gd name="T16" fmla="*/ 178 w 204"/>
                    <a:gd name="T17" fmla="*/ 80 h 110"/>
                    <a:gd name="T18" fmla="*/ 120 w 204"/>
                    <a:gd name="T19" fmla="*/ 84 h 110"/>
                    <a:gd name="T20" fmla="*/ 74 w 204"/>
                    <a:gd name="T21" fmla="*/ 44 h 110"/>
                    <a:gd name="T22" fmla="*/ 74 w 204"/>
                    <a:gd name="T23" fmla="*/ 56 h 110"/>
                    <a:gd name="T24" fmla="*/ 110 w 204"/>
                    <a:gd name="T25" fmla="*/ 86 h 110"/>
                    <a:gd name="T26" fmla="*/ 46 w 204"/>
                    <a:gd name="T27" fmla="*/ 94 h 110"/>
                    <a:gd name="T28" fmla="*/ 46 w 204"/>
                    <a:gd name="T29" fmla="*/ 30 h 110"/>
                    <a:gd name="T30" fmla="*/ 30 w 204"/>
                    <a:gd name="T31" fmla="*/ 34 h 110"/>
                    <a:gd name="T32" fmla="*/ 34 w 204"/>
                    <a:gd name="T33" fmla="*/ 94 h 110"/>
                    <a:gd name="T34" fmla="*/ 12 w 204"/>
                    <a:gd name="T35" fmla="*/ 88 h 110"/>
                    <a:gd name="T36" fmla="*/ 12 w 204"/>
                    <a:gd name="T37" fmla="*/ 32 h 110"/>
                    <a:gd name="T38" fmla="*/ 0 w 204"/>
                    <a:gd name="T39" fmla="*/ 28 h 110"/>
                    <a:gd name="T40" fmla="*/ 4 w 204"/>
                    <a:gd name="T41" fmla="*/ 92 h 110"/>
                    <a:gd name="T42" fmla="*/ 70 w 204"/>
                    <a:gd name="T43" fmla="*/ 110 h 110"/>
                    <a:gd name="T44" fmla="*/ 182 w 204"/>
                    <a:gd name="T45" fmla="*/ 98 h 110"/>
                    <a:gd name="T46" fmla="*/ 204 w 204"/>
                    <a:gd name="T47" fmla="*/ 72 h 110"/>
                    <a:gd name="T48" fmla="*/ 190 w 204"/>
                    <a:gd name="T49" fmla="*/ 0 h 110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4" h="110">
                      <a:moveTo>
                        <a:pt x="190" y="0"/>
                      </a:moveTo>
                      <a:lnTo>
                        <a:pt x="110" y="16"/>
                      </a:lnTo>
                      <a:lnTo>
                        <a:pt x="112" y="22"/>
                      </a:lnTo>
                      <a:lnTo>
                        <a:pt x="172" y="14"/>
                      </a:lnTo>
                      <a:lnTo>
                        <a:pt x="170" y="26"/>
                      </a:lnTo>
                      <a:lnTo>
                        <a:pt x="110" y="38"/>
                      </a:lnTo>
                      <a:lnTo>
                        <a:pt x="112" y="50"/>
                      </a:lnTo>
                      <a:lnTo>
                        <a:pt x="174" y="34"/>
                      </a:lnTo>
                      <a:lnTo>
                        <a:pt x="178" y="80"/>
                      </a:lnTo>
                      <a:lnTo>
                        <a:pt x="120" y="84"/>
                      </a:lnTo>
                      <a:lnTo>
                        <a:pt x="74" y="44"/>
                      </a:lnTo>
                      <a:lnTo>
                        <a:pt x="74" y="56"/>
                      </a:lnTo>
                      <a:lnTo>
                        <a:pt x="110" y="86"/>
                      </a:lnTo>
                      <a:lnTo>
                        <a:pt x="46" y="94"/>
                      </a:lnTo>
                      <a:lnTo>
                        <a:pt x="46" y="30"/>
                      </a:lnTo>
                      <a:cubicBezTo>
                        <a:pt x="29" y="32"/>
                        <a:pt x="30" y="27"/>
                        <a:pt x="30" y="34"/>
                      </a:cubicBezTo>
                      <a:lnTo>
                        <a:pt x="34" y="94"/>
                      </a:lnTo>
                      <a:lnTo>
                        <a:pt x="12" y="88"/>
                      </a:lnTo>
                      <a:lnTo>
                        <a:pt x="12" y="32"/>
                      </a:lnTo>
                      <a:lnTo>
                        <a:pt x="0" y="28"/>
                      </a:lnTo>
                      <a:lnTo>
                        <a:pt x="4" y="92"/>
                      </a:lnTo>
                      <a:lnTo>
                        <a:pt x="70" y="110"/>
                      </a:lnTo>
                      <a:lnTo>
                        <a:pt x="182" y="98"/>
                      </a:lnTo>
                      <a:lnTo>
                        <a:pt x="204" y="72"/>
                      </a:lnTo>
                      <a:lnTo>
                        <a:pt x="19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Freeform 29"/>
                <p:cNvSpPr>
                  <a:spLocks/>
                </p:cNvSpPr>
                <p:nvPr/>
              </p:nvSpPr>
              <p:spPr bwMode="ltGray">
                <a:xfrm>
                  <a:off x="2874" y="2868"/>
                  <a:ext cx="914" cy="584"/>
                </a:xfrm>
                <a:custGeom>
                  <a:avLst/>
                  <a:gdLst>
                    <a:gd name="T0" fmla="*/ 440 w 914"/>
                    <a:gd name="T1" fmla="*/ 28 h 584"/>
                    <a:gd name="T2" fmla="*/ 440 w 914"/>
                    <a:gd name="T3" fmla="*/ 36 h 584"/>
                    <a:gd name="T4" fmla="*/ 282 w 914"/>
                    <a:gd name="T5" fmla="*/ 56 h 584"/>
                    <a:gd name="T6" fmla="*/ 470 w 914"/>
                    <a:gd name="T7" fmla="*/ 42 h 584"/>
                    <a:gd name="T8" fmla="*/ 284 w 914"/>
                    <a:gd name="T9" fmla="*/ 66 h 584"/>
                    <a:gd name="T10" fmla="*/ 352 w 914"/>
                    <a:gd name="T11" fmla="*/ 88 h 584"/>
                    <a:gd name="T12" fmla="*/ 464 w 914"/>
                    <a:gd name="T13" fmla="*/ 82 h 584"/>
                    <a:gd name="T14" fmla="*/ 484 w 914"/>
                    <a:gd name="T15" fmla="*/ 102 h 584"/>
                    <a:gd name="T16" fmla="*/ 468 w 914"/>
                    <a:gd name="T17" fmla="*/ 130 h 584"/>
                    <a:gd name="T18" fmla="*/ 544 w 914"/>
                    <a:gd name="T19" fmla="*/ 182 h 584"/>
                    <a:gd name="T20" fmla="*/ 708 w 914"/>
                    <a:gd name="T21" fmla="*/ 206 h 584"/>
                    <a:gd name="T22" fmla="*/ 768 w 914"/>
                    <a:gd name="T23" fmla="*/ 186 h 584"/>
                    <a:gd name="T24" fmla="*/ 764 w 914"/>
                    <a:gd name="T25" fmla="*/ 210 h 584"/>
                    <a:gd name="T26" fmla="*/ 786 w 914"/>
                    <a:gd name="T27" fmla="*/ 240 h 584"/>
                    <a:gd name="T28" fmla="*/ 882 w 914"/>
                    <a:gd name="T29" fmla="*/ 224 h 584"/>
                    <a:gd name="T30" fmla="*/ 910 w 914"/>
                    <a:gd name="T31" fmla="*/ 214 h 584"/>
                    <a:gd name="T32" fmla="*/ 904 w 914"/>
                    <a:gd name="T33" fmla="*/ 248 h 584"/>
                    <a:gd name="T34" fmla="*/ 908 w 914"/>
                    <a:gd name="T35" fmla="*/ 262 h 584"/>
                    <a:gd name="T36" fmla="*/ 904 w 914"/>
                    <a:gd name="T37" fmla="*/ 282 h 584"/>
                    <a:gd name="T38" fmla="*/ 868 w 914"/>
                    <a:gd name="T39" fmla="*/ 342 h 584"/>
                    <a:gd name="T40" fmla="*/ 828 w 914"/>
                    <a:gd name="T41" fmla="*/ 358 h 584"/>
                    <a:gd name="T42" fmla="*/ 806 w 914"/>
                    <a:gd name="T43" fmla="*/ 414 h 584"/>
                    <a:gd name="T44" fmla="*/ 790 w 914"/>
                    <a:gd name="T45" fmla="*/ 430 h 584"/>
                    <a:gd name="T46" fmla="*/ 802 w 914"/>
                    <a:gd name="T47" fmla="*/ 472 h 584"/>
                    <a:gd name="T48" fmla="*/ 784 w 914"/>
                    <a:gd name="T49" fmla="*/ 452 h 584"/>
                    <a:gd name="T50" fmla="*/ 770 w 914"/>
                    <a:gd name="T51" fmla="*/ 440 h 584"/>
                    <a:gd name="T52" fmla="*/ 782 w 914"/>
                    <a:gd name="T53" fmla="*/ 380 h 584"/>
                    <a:gd name="T54" fmla="*/ 624 w 914"/>
                    <a:gd name="T55" fmla="*/ 398 h 584"/>
                    <a:gd name="T56" fmla="*/ 644 w 914"/>
                    <a:gd name="T57" fmla="*/ 430 h 584"/>
                    <a:gd name="T58" fmla="*/ 598 w 914"/>
                    <a:gd name="T59" fmla="*/ 436 h 584"/>
                    <a:gd name="T60" fmla="*/ 516 w 914"/>
                    <a:gd name="T61" fmla="*/ 400 h 584"/>
                    <a:gd name="T62" fmla="*/ 558 w 914"/>
                    <a:gd name="T63" fmla="*/ 444 h 584"/>
                    <a:gd name="T64" fmla="*/ 586 w 914"/>
                    <a:gd name="T65" fmla="*/ 476 h 584"/>
                    <a:gd name="T66" fmla="*/ 520 w 914"/>
                    <a:gd name="T67" fmla="*/ 470 h 584"/>
                    <a:gd name="T68" fmla="*/ 486 w 914"/>
                    <a:gd name="T69" fmla="*/ 480 h 584"/>
                    <a:gd name="T70" fmla="*/ 440 w 914"/>
                    <a:gd name="T71" fmla="*/ 478 h 584"/>
                    <a:gd name="T72" fmla="*/ 368 w 914"/>
                    <a:gd name="T73" fmla="*/ 512 h 584"/>
                    <a:gd name="T74" fmla="*/ 320 w 914"/>
                    <a:gd name="T75" fmla="*/ 520 h 584"/>
                    <a:gd name="T76" fmla="*/ 336 w 914"/>
                    <a:gd name="T77" fmla="*/ 550 h 584"/>
                    <a:gd name="T78" fmla="*/ 8 w 914"/>
                    <a:gd name="T79" fmla="*/ 584 h 584"/>
                    <a:gd name="T80" fmla="*/ 264 w 914"/>
                    <a:gd name="T81" fmla="*/ 8 h 58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914" h="584">
                      <a:moveTo>
                        <a:pt x="282" y="22"/>
                      </a:moveTo>
                      <a:lnTo>
                        <a:pt x="440" y="28"/>
                      </a:lnTo>
                      <a:lnTo>
                        <a:pt x="468" y="18"/>
                      </a:lnTo>
                      <a:lnTo>
                        <a:pt x="440" y="36"/>
                      </a:lnTo>
                      <a:lnTo>
                        <a:pt x="280" y="36"/>
                      </a:lnTo>
                      <a:lnTo>
                        <a:pt x="282" y="56"/>
                      </a:lnTo>
                      <a:lnTo>
                        <a:pt x="440" y="52"/>
                      </a:lnTo>
                      <a:lnTo>
                        <a:pt x="470" y="42"/>
                      </a:lnTo>
                      <a:lnTo>
                        <a:pt x="440" y="64"/>
                      </a:lnTo>
                      <a:lnTo>
                        <a:pt x="284" y="66"/>
                      </a:lnTo>
                      <a:lnTo>
                        <a:pt x="298" y="78"/>
                      </a:lnTo>
                      <a:lnTo>
                        <a:pt x="352" y="88"/>
                      </a:lnTo>
                      <a:lnTo>
                        <a:pt x="430" y="84"/>
                      </a:lnTo>
                      <a:lnTo>
                        <a:pt x="464" y="82"/>
                      </a:lnTo>
                      <a:lnTo>
                        <a:pt x="466" y="102"/>
                      </a:lnTo>
                      <a:lnTo>
                        <a:pt x="484" y="102"/>
                      </a:lnTo>
                      <a:lnTo>
                        <a:pt x="488" y="120"/>
                      </a:lnTo>
                      <a:lnTo>
                        <a:pt x="468" y="130"/>
                      </a:lnTo>
                      <a:lnTo>
                        <a:pt x="476" y="148"/>
                      </a:lnTo>
                      <a:lnTo>
                        <a:pt x="544" y="182"/>
                      </a:lnTo>
                      <a:lnTo>
                        <a:pt x="636" y="202"/>
                      </a:lnTo>
                      <a:lnTo>
                        <a:pt x="708" y="206"/>
                      </a:lnTo>
                      <a:lnTo>
                        <a:pt x="742" y="196"/>
                      </a:lnTo>
                      <a:lnTo>
                        <a:pt x="768" y="186"/>
                      </a:lnTo>
                      <a:lnTo>
                        <a:pt x="778" y="194"/>
                      </a:lnTo>
                      <a:lnTo>
                        <a:pt x="764" y="210"/>
                      </a:lnTo>
                      <a:lnTo>
                        <a:pt x="766" y="228"/>
                      </a:lnTo>
                      <a:lnTo>
                        <a:pt x="786" y="240"/>
                      </a:lnTo>
                      <a:lnTo>
                        <a:pt x="838" y="236"/>
                      </a:lnTo>
                      <a:lnTo>
                        <a:pt x="882" y="224"/>
                      </a:lnTo>
                      <a:lnTo>
                        <a:pt x="902" y="204"/>
                      </a:lnTo>
                      <a:lnTo>
                        <a:pt x="910" y="214"/>
                      </a:lnTo>
                      <a:lnTo>
                        <a:pt x="896" y="232"/>
                      </a:lnTo>
                      <a:lnTo>
                        <a:pt x="904" y="248"/>
                      </a:lnTo>
                      <a:lnTo>
                        <a:pt x="894" y="260"/>
                      </a:lnTo>
                      <a:lnTo>
                        <a:pt x="908" y="262"/>
                      </a:lnTo>
                      <a:lnTo>
                        <a:pt x="914" y="274"/>
                      </a:lnTo>
                      <a:lnTo>
                        <a:pt x="904" y="282"/>
                      </a:lnTo>
                      <a:lnTo>
                        <a:pt x="856" y="328"/>
                      </a:lnTo>
                      <a:lnTo>
                        <a:pt x="868" y="342"/>
                      </a:lnTo>
                      <a:lnTo>
                        <a:pt x="844" y="358"/>
                      </a:lnTo>
                      <a:lnTo>
                        <a:pt x="828" y="358"/>
                      </a:lnTo>
                      <a:lnTo>
                        <a:pt x="792" y="378"/>
                      </a:lnTo>
                      <a:lnTo>
                        <a:pt x="806" y="414"/>
                      </a:lnTo>
                      <a:lnTo>
                        <a:pt x="802" y="442"/>
                      </a:lnTo>
                      <a:lnTo>
                        <a:pt x="790" y="430"/>
                      </a:lnTo>
                      <a:lnTo>
                        <a:pt x="790" y="450"/>
                      </a:lnTo>
                      <a:lnTo>
                        <a:pt x="802" y="472"/>
                      </a:lnTo>
                      <a:lnTo>
                        <a:pt x="774" y="472"/>
                      </a:lnTo>
                      <a:lnTo>
                        <a:pt x="784" y="452"/>
                      </a:lnTo>
                      <a:lnTo>
                        <a:pt x="786" y="428"/>
                      </a:lnTo>
                      <a:lnTo>
                        <a:pt x="770" y="440"/>
                      </a:lnTo>
                      <a:lnTo>
                        <a:pt x="774" y="398"/>
                      </a:lnTo>
                      <a:lnTo>
                        <a:pt x="782" y="380"/>
                      </a:lnTo>
                      <a:lnTo>
                        <a:pt x="686" y="396"/>
                      </a:lnTo>
                      <a:lnTo>
                        <a:pt x="624" y="398"/>
                      </a:lnTo>
                      <a:lnTo>
                        <a:pt x="642" y="418"/>
                      </a:lnTo>
                      <a:lnTo>
                        <a:pt x="644" y="430"/>
                      </a:lnTo>
                      <a:lnTo>
                        <a:pt x="626" y="442"/>
                      </a:lnTo>
                      <a:lnTo>
                        <a:pt x="598" y="436"/>
                      </a:lnTo>
                      <a:lnTo>
                        <a:pt x="532" y="406"/>
                      </a:lnTo>
                      <a:lnTo>
                        <a:pt x="516" y="400"/>
                      </a:lnTo>
                      <a:lnTo>
                        <a:pt x="496" y="424"/>
                      </a:lnTo>
                      <a:lnTo>
                        <a:pt x="558" y="444"/>
                      </a:lnTo>
                      <a:lnTo>
                        <a:pt x="588" y="462"/>
                      </a:lnTo>
                      <a:lnTo>
                        <a:pt x="586" y="476"/>
                      </a:lnTo>
                      <a:lnTo>
                        <a:pt x="570" y="494"/>
                      </a:lnTo>
                      <a:lnTo>
                        <a:pt x="520" y="470"/>
                      </a:lnTo>
                      <a:lnTo>
                        <a:pt x="500" y="482"/>
                      </a:lnTo>
                      <a:lnTo>
                        <a:pt x="486" y="480"/>
                      </a:lnTo>
                      <a:lnTo>
                        <a:pt x="448" y="462"/>
                      </a:lnTo>
                      <a:lnTo>
                        <a:pt x="440" y="478"/>
                      </a:lnTo>
                      <a:lnTo>
                        <a:pt x="388" y="476"/>
                      </a:lnTo>
                      <a:lnTo>
                        <a:pt x="368" y="512"/>
                      </a:lnTo>
                      <a:lnTo>
                        <a:pt x="328" y="508"/>
                      </a:lnTo>
                      <a:lnTo>
                        <a:pt x="320" y="520"/>
                      </a:lnTo>
                      <a:lnTo>
                        <a:pt x="332" y="534"/>
                      </a:lnTo>
                      <a:lnTo>
                        <a:pt x="336" y="550"/>
                      </a:lnTo>
                      <a:lnTo>
                        <a:pt x="308" y="580"/>
                      </a:lnTo>
                      <a:lnTo>
                        <a:pt x="8" y="584"/>
                      </a:lnTo>
                      <a:lnTo>
                        <a:pt x="0" y="0"/>
                      </a:lnTo>
                      <a:lnTo>
                        <a:pt x="264" y="8"/>
                      </a:lnTo>
                      <a:lnTo>
                        <a:pt x="282" y="22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Freeform 30"/>
                <p:cNvSpPr>
                  <a:spLocks/>
                </p:cNvSpPr>
                <p:nvPr/>
              </p:nvSpPr>
              <p:spPr bwMode="ltGray">
                <a:xfrm>
                  <a:off x="3174" y="2896"/>
                  <a:ext cx="148" cy="92"/>
                </a:xfrm>
                <a:custGeom>
                  <a:avLst/>
                  <a:gdLst>
                    <a:gd name="T0" fmla="*/ 0 w 148"/>
                    <a:gd name="T1" fmla="*/ 82 h 92"/>
                    <a:gd name="T2" fmla="*/ 4 w 148"/>
                    <a:gd name="T3" fmla="*/ 2 h 92"/>
                    <a:gd name="T4" fmla="*/ 18 w 148"/>
                    <a:gd name="T5" fmla="*/ 0 h 92"/>
                    <a:gd name="T6" fmla="*/ 12 w 148"/>
                    <a:gd name="T7" fmla="*/ 74 h 92"/>
                    <a:gd name="T8" fmla="*/ 44 w 148"/>
                    <a:gd name="T9" fmla="*/ 78 h 92"/>
                    <a:gd name="T10" fmla="*/ 46 w 148"/>
                    <a:gd name="T11" fmla="*/ 2 h 92"/>
                    <a:gd name="T12" fmla="*/ 58 w 148"/>
                    <a:gd name="T13" fmla="*/ 2 h 92"/>
                    <a:gd name="T14" fmla="*/ 56 w 148"/>
                    <a:gd name="T15" fmla="*/ 72 h 92"/>
                    <a:gd name="T16" fmla="*/ 94 w 148"/>
                    <a:gd name="T17" fmla="*/ 70 h 92"/>
                    <a:gd name="T18" fmla="*/ 92 w 148"/>
                    <a:gd name="T19" fmla="*/ 2 h 92"/>
                    <a:gd name="T20" fmla="*/ 106 w 148"/>
                    <a:gd name="T21" fmla="*/ 4 h 92"/>
                    <a:gd name="T22" fmla="*/ 104 w 148"/>
                    <a:gd name="T23" fmla="*/ 68 h 92"/>
                    <a:gd name="T24" fmla="*/ 136 w 148"/>
                    <a:gd name="T25" fmla="*/ 64 h 92"/>
                    <a:gd name="T26" fmla="*/ 128 w 148"/>
                    <a:gd name="T27" fmla="*/ 0 h 92"/>
                    <a:gd name="T28" fmla="*/ 142 w 148"/>
                    <a:gd name="T29" fmla="*/ 2 h 92"/>
                    <a:gd name="T30" fmla="*/ 148 w 148"/>
                    <a:gd name="T31" fmla="*/ 70 h 92"/>
                    <a:gd name="T32" fmla="*/ 60 w 148"/>
                    <a:gd name="T33" fmla="*/ 88 h 92"/>
                    <a:gd name="T34" fmla="*/ 8 w 148"/>
                    <a:gd name="T35" fmla="*/ 92 h 92"/>
                    <a:gd name="T36" fmla="*/ 0 w 148"/>
                    <a:gd name="T37" fmla="*/ 82 h 9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48" h="92">
                      <a:moveTo>
                        <a:pt x="0" y="82"/>
                      </a:moveTo>
                      <a:lnTo>
                        <a:pt x="4" y="2"/>
                      </a:lnTo>
                      <a:lnTo>
                        <a:pt x="18" y="0"/>
                      </a:lnTo>
                      <a:lnTo>
                        <a:pt x="12" y="74"/>
                      </a:lnTo>
                      <a:lnTo>
                        <a:pt x="44" y="78"/>
                      </a:lnTo>
                      <a:lnTo>
                        <a:pt x="46" y="2"/>
                      </a:lnTo>
                      <a:lnTo>
                        <a:pt x="58" y="2"/>
                      </a:lnTo>
                      <a:lnTo>
                        <a:pt x="56" y="72"/>
                      </a:lnTo>
                      <a:lnTo>
                        <a:pt x="94" y="70"/>
                      </a:lnTo>
                      <a:lnTo>
                        <a:pt x="92" y="2"/>
                      </a:lnTo>
                      <a:lnTo>
                        <a:pt x="106" y="4"/>
                      </a:lnTo>
                      <a:lnTo>
                        <a:pt x="104" y="68"/>
                      </a:lnTo>
                      <a:lnTo>
                        <a:pt x="136" y="64"/>
                      </a:lnTo>
                      <a:lnTo>
                        <a:pt x="128" y="0"/>
                      </a:lnTo>
                      <a:lnTo>
                        <a:pt x="142" y="2"/>
                      </a:lnTo>
                      <a:lnTo>
                        <a:pt x="148" y="70"/>
                      </a:lnTo>
                      <a:lnTo>
                        <a:pt x="60" y="88"/>
                      </a:lnTo>
                      <a:lnTo>
                        <a:pt x="8" y="92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42" name="Freeform 31"/>
              <p:cNvSpPr>
                <a:spLocks/>
              </p:cNvSpPr>
              <p:nvPr/>
            </p:nvSpPr>
            <p:spPr bwMode="ltGray">
              <a:xfrm>
                <a:off x="1754" y="3426"/>
                <a:ext cx="1156" cy="604"/>
              </a:xfrm>
              <a:custGeom>
                <a:avLst/>
                <a:gdLst>
                  <a:gd name="T0" fmla="*/ 1156 w 1156"/>
                  <a:gd name="T1" fmla="*/ 600 h 604"/>
                  <a:gd name="T2" fmla="*/ 558 w 1156"/>
                  <a:gd name="T3" fmla="*/ 584 h 604"/>
                  <a:gd name="T4" fmla="*/ 555 w 1156"/>
                  <a:gd name="T5" fmla="*/ 566 h 604"/>
                  <a:gd name="T6" fmla="*/ 579 w 1156"/>
                  <a:gd name="T7" fmla="*/ 532 h 604"/>
                  <a:gd name="T8" fmla="*/ 534 w 1156"/>
                  <a:gd name="T9" fmla="*/ 528 h 604"/>
                  <a:gd name="T10" fmla="*/ 512 w 1156"/>
                  <a:gd name="T11" fmla="*/ 514 h 604"/>
                  <a:gd name="T12" fmla="*/ 503 w 1156"/>
                  <a:gd name="T13" fmla="*/ 492 h 604"/>
                  <a:gd name="T14" fmla="*/ 468 w 1156"/>
                  <a:gd name="T15" fmla="*/ 496 h 604"/>
                  <a:gd name="T16" fmla="*/ 436 w 1156"/>
                  <a:gd name="T17" fmla="*/ 516 h 604"/>
                  <a:gd name="T18" fmla="*/ 416 w 1156"/>
                  <a:gd name="T19" fmla="*/ 504 h 604"/>
                  <a:gd name="T20" fmla="*/ 340 w 1156"/>
                  <a:gd name="T21" fmla="*/ 520 h 604"/>
                  <a:gd name="T22" fmla="*/ 379 w 1156"/>
                  <a:gd name="T23" fmla="*/ 462 h 604"/>
                  <a:gd name="T24" fmla="*/ 351 w 1156"/>
                  <a:gd name="T25" fmla="*/ 448 h 604"/>
                  <a:gd name="T26" fmla="*/ 272 w 1156"/>
                  <a:gd name="T27" fmla="*/ 468 h 604"/>
                  <a:gd name="T28" fmla="*/ 264 w 1156"/>
                  <a:gd name="T29" fmla="*/ 438 h 604"/>
                  <a:gd name="T30" fmla="*/ 307 w 1156"/>
                  <a:gd name="T31" fmla="*/ 422 h 604"/>
                  <a:gd name="T32" fmla="*/ 240 w 1156"/>
                  <a:gd name="T33" fmla="*/ 428 h 604"/>
                  <a:gd name="T34" fmla="*/ 176 w 1156"/>
                  <a:gd name="T35" fmla="*/ 422 h 604"/>
                  <a:gd name="T36" fmla="*/ 124 w 1156"/>
                  <a:gd name="T37" fmla="*/ 444 h 604"/>
                  <a:gd name="T38" fmla="*/ 137 w 1156"/>
                  <a:gd name="T39" fmla="*/ 484 h 604"/>
                  <a:gd name="T40" fmla="*/ 122 w 1156"/>
                  <a:gd name="T41" fmla="*/ 490 h 604"/>
                  <a:gd name="T42" fmla="*/ 115 w 1156"/>
                  <a:gd name="T43" fmla="*/ 512 h 604"/>
                  <a:gd name="T44" fmla="*/ 113 w 1156"/>
                  <a:gd name="T45" fmla="*/ 480 h 604"/>
                  <a:gd name="T46" fmla="*/ 105 w 1156"/>
                  <a:gd name="T47" fmla="*/ 440 h 604"/>
                  <a:gd name="T48" fmla="*/ 83 w 1156"/>
                  <a:gd name="T49" fmla="*/ 418 h 604"/>
                  <a:gd name="T50" fmla="*/ 41 w 1156"/>
                  <a:gd name="T51" fmla="*/ 390 h 604"/>
                  <a:gd name="T52" fmla="*/ 54 w 1156"/>
                  <a:gd name="T53" fmla="*/ 374 h 604"/>
                  <a:gd name="T54" fmla="*/ 22 w 1156"/>
                  <a:gd name="T55" fmla="*/ 324 h 604"/>
                  <a:gd name="T56" fmla="*/ 9 w 1156"/>
                  <a:gd name="T57" fmla="*/ 308 h 604"/>
                  <a:gd name="T58" fmla="*/ 2 w 1156"/>
                  <a:gd name="T59" fmla="*/ 270 h 604"/>
                  <a:gd name="T60" fmla="*/ 54 w 1156"/>
                  <a:gd name="T61" fmla="*/ 286 h 604"/>
                  <a:gd name="T62" fmla="*/ 148 w 1156"/>
                  <a:gd name="T63" fmla="*/ 276 h 604"/>
                  <a:gd name="T64" fmla="*/ 137 w 1156"/>
                  <a:gd name="T65" fmla="*/ 252 h 604"/>
                  <a:gd name="T66" fmla="*/ 170 w 1156"/>
                  <a:gd name="T67" fmla="*/ 250 h 604"/>
                  <a:gd name="T68" fmla="*/ 218 w 1156"/>
                  <a:gd name="T69" fmla="*/ 256 h 604"/>
                  <a:gd name="T70" fmla="*/ 277 w 1156"/>
                  <a:gd name="T71" fmla="*/ 240 h 604"/>
                  <a:gd name="T72" fmla="*/ 433 w 1156"/>
                  <a:gd name="T73" fmla="*/ 180 h 604"/>
                  <a:gd name="T74" fmla="*/ 399 w 1156"/>
                  <a:gd name="T75" fmla="*/ 158 h 604"/>
                  <a:gd name="T76" fmla="*/ 475 w 1156"/>
                  <a:gd name="T77" fmla="*/ 126 h 604"/>
                  <a:gd name="T78" fmla="*/ 514 w 1156"/>
                  <a:gd name="T79" fmla="*/ 100 h 604"/>
                  <a:gd name="T80" fmla="*/ 433 w 1156"/>
                  <a:gd name="T81" fmla="*/ 102 h 604"/>
                  <a:gd name="T82" fmla="*/ 420 w 1156"/>
                  <a:gd name="T83" fmla="*/ 84 h 604"/>
                  <a:gd name="T84" fmla="*/ 512 w 1156"/>
                  <a:gd name="T85" fmla="*/ 90 h 604"/>
                  <a:gd name="T86" fmla="*/ 464 w 1156"/>
                  <a:gd name="T87" fmla="*/ 82 h 604"/>
                  <a:gd name="T88" fmla="*/ 418 w 1156"/>
                  <a:gd name="T89" fmla="*/ 70 h 604"/>
                  <a:gd name="T90" fmla="*/ 462 w 1156"/>
                  <a:gd name="T91" fmla="*/ 72 h 604"/>
                  <a:gd name="T92" fmla="*/ 525 w 1156"/>
                  <a:gd name="T93" fmla="*/ 66 h 604"/>
                  <a:gd name="T94" fmla="*/ 558 w 1156"/>
                  <a:gd name="T95" fmla="*/ 118 h 604"/>
                  <a:gd name="T96" fmla="*/ 568 w 1156"/>
                  <a:gd name="T97" fmla="*/ 58 h 604"/>
                  <a:gd name="T98" fmla="*/ 584 w 1156"/>
                  <a:gd name="T99" fmla="*/ 110 h 604"/>
                  <a:gd name="T100" fmla="*/ 597 w 1156"/>
                  <a:gd name="T101" fmla="*/ 52 h 604"/>
                  <a:gd name="T102" fmla="*/ 616 w 1156"/>
                  <a:gd name="T103" fmla="*/ 102 h 604"/>
                  <a:gd name="T104" fmla="*/ 989 w 1156"/>
                  <a:gd name="T105" fmla="*/ 0 h 60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1156" h="604">
                    <a:moveTo>
                      <a:pt x="1143" y="8"/>
                    </a:moveTo>
                    <a:lnTo>
                      <a:pt x="1156" y="600"/>
                    </a:lnTo>
                    <a:lnTo>
                      <a:pt x="573" y="604"/>
                    </a:lnTo>
                    <a:lnTo>
                      <a:pt x="558" y="584"/>
                    </a:lnTo>
                    <a:lnTo>
                      <a:pt x="573" y="574"/>
                    </a:lnTo>
                    <a:lnTo>
                      <a:pt x="555" y="566"/>
                    </a:lnTo>
                    <a:lnTo>
                      <a:pt x="555" y="548"/>
                    </a:lnTo>
                    <a:lnTo>
                      <a:pt x="579" y="532"/>
                    </a:lnTo>
                    <a:lnTo>
                      <a:pt x="577" y="520"/>
                    </a:lnTo>
                    <a:lnTo>
                      <a:pt x="534" y="528"/>
                    </a:lnTo>
                    <a:lnTo>
                      <a:pt x="529" y="514"/>
                    </a:lnTo>
                    <a:lnTo>
                      <a:pt x="512" y="514"/>
                    </a:lnTo>
                    <a:lnTo>
                      <a:pt x="516" y="496"/>
                    </a:lnTo>
                    <a:lnTo>
                      <a:pt x="503" y="492"/>
                    </a:lnTo>
                    <a:lnTo>
                      <a:pt x="475" y="508"/>
                    </a:lnTo>
                    <a:lnTo>
                      <a:pt x="468" y="496"/>
                    </a:lnTo>
                    <a:lnTo>
                      <a:pt x="444" y="504"/>
                    </a:lnTo>
                    <a:lnTo>
                      <a:pt x="436" y="516"/>
                    </a:lnTo>
                    <a:lnTo>
                      <a:pt x="423" y="514"/>
                    </a:lnTo>
                    <a:lnTo>
                      <a:pt x="416" y="504"/>
                    </a:lnTo>
                    <a:lnTo>
                      <a:pt x="403" y="506"/>
                    </a:lnTo>
                    <a:lnTo>
                      <a:pt x="340" y="520"/>
                    </a:lnTo>
                    <a:lnTo>
                      <a:pt x="322" y="494"/>
                    </a:lnTo>
                    <a:lnTo>
                      <a:pt x="379" y="462"/>
                    </a:lnTo>
                    <a:lnTo>
                      <a:pt x="370" y="444"/>
                    </a:lnTo>
                    <a:lnTo>
                      <a:pt x="351" y="448"/>
                    </a:lnTo>
                    <a:lnTo>
                      <a:pt x="288" y="470"/>
                    </a:lnTo>
                    <a:lnTo>
                      <a:pt x="272" y="468"/>
                    </a:lnTo>
                    <a:lnTo>
                      <a:pt x="257" y="448"/>
                    </a:lnTo>
                    <a:lnTo>
                      <a:pt x="264" y="438"/>
                    </a:lnTo>
                    <a:lnTo>
                      <a:pt x="283" y="430"/>
                    </a:lnTo>
                    <a:lnTo>
                      <a:pt x="307" y="422"/>
                    </a:lnTo>
                    <a:lnTo>
                      <a:pt x="268" y="428"/>
                    </a:lnTo>
                    <a:lnTo>
                      <a:pt x="240" y="428"/>
                    </a:lnTo>
                    <a:lnTo>
                      <a:pt x="196" y="432"/>
                    </a:lnTo>
                    <a:lnTo>
                      <a:pt x="176" y="422"/>
                    </a:lnTo>
                    <a:lnTo>
                      <a:pt x="131" y="422"/>
                    </a:lnTo>
                    <a:lnTo>
                      <a:pt x="124" y="444"/>
                    </a:lnTo>
                    <a:lnTo>
                      <a:pt x="133" y="458"/>
                    </a:lnTo>
                    <a:lnTo>
                      <a:pt x="137" y="484"/>
                    </a:lnTo>
                    <a:lnTo>
                      <a:pt x="120" y="478"/>
                    </a:lnTo>
                    <a:lnTo>
                      <a:pt x="122" y="490"/>
                    </a:lnTo>
                    <a:lnTo>
                      <a:pt x="135" y="508"/>
                    </a:lnTo>
                    <a:lnTo>
                      <a:pt x="115" y="512"/>
                    </a:lnTo>
                    <a:lnTo>
                      <a:pt x="102" y="502"/>
                    </a:lnTo>
                    <a:lnTo>
                      <a:pt x="113" y="480"/>
                    </a:lnTo>
                    <a:lnTo>
                      <a:pt x="100" y="482"/>
                    </a:lnTo>
                    <a:lnTo>
                      <a:pt x="105" y="440"/>
                    </a:lnTo>
                    <a:lnTo>
                      <a:pt x="115" y="420"/>
                    </a:lnTo>
                    <a:lnTo>
                      <a:pt x="83" y="418"/>
                    </a:lnTo>
                    <a:lnTo>
                      <a:pt x="63" y="404"/>
                    </a:lnTo>
                    <a:lnTo>
                      <a:pt x="41" y="390"/>
                    </a:lnTo>
                    <a:lnTo>
                      <a:pt x="37" y="378"/>
                    </a:lnTo>
                    <a:lnTo>
                      <a:pt x="54" y="374"/>
                    </a:lnTo>
                    <a:lnTo>
                      <a:pt x="35" y="334"/>
                    </a:lnTo>
                    <a:lnTo>
                      <a:pt x="22" y="324"/>
                    </a:lnTo>
                    <a:lnTo>
                      <a:pt x="0" y="318"/>
                    </a:lnTo>
                    <a:lnTo>
                      <a:pt x="9" y="308"/>
                    </a:lnTo>
                    <a:lnTo>
                      <a:pt x="24" y="292"/>
                    </a:lnTo>
                    <a:lnTo>
                      <a:pt x="2" y="270"/>
                    </a:lnTo>
                    <a:lnTo>
                      <a:pt x="22" y="264"/>
                    </a:lnTo>
                    <a:lnTo>
                      <a:pt x="54" y="286"/>
                    </a:lnTo>
                    <a:lnTo>
                      <a:pt x="126" y="286"/>
                    </a:lnTo>
                    <a:lnTo>
                      <a:pt x="148" y="276"/>
                    </a:lnTo>
                    <a:lnTo>
                      <a:pt x="150" y="260"/>
                    </a:lnTo>
                    <a:lnTo>
                      <a:pt x="137" y="252"/>
                    </a:lnTo>
                    <a:lnTo>
                      <a:pt x="152" y="242"/>
                    </a:lnTo>
                    <a:lnTo>
                      <a:pt x="170" y="250"/>
                    </a:lnTo>
                    <a:lnTo>
                      <a:pt x="192" y="260"/>
                    </a:lnTo>
                    <a:lnTo>
                      <a:pt x="218" y="256"/>
                    </a:lnTo>
                    <a:lnTo>
                      <a:pt x="242" y="246"/>
                    </a:lnTo>
                    <a:lnTo>
                      <a:pt x="277" y="240"/>
                    </a:lnTo>
                    <a:lnTo>
                      <a:pt x="377" y="206"/>
                    </a:lnTo>
                    <a:lnTo>
                      <a:pt x="433" y="180"/>
                    </a:lnTo>
                    <a:lnTo>
                      <a:pt x="444" y="172"/>
                    </a:lnTo>
                    <a:lnTo>
                      <a:pt x="399" y="158"/>
                    </a:lnTo>
                    <a:lnTo>
                      <a:pt x="429" y="120"/>
                    </a:lnTo>
                    <a:lnTo>
                      <a:pt x="475" y="126"/>
                    </a:lnTo>
                    <a:lnTo>
                      <a:pt x="516" y="122"/>
                    </a:lnTo>
                    <a:lnTo>
                      <a:pt x="514" y="100"/>
                    </a:lnTo>
                    <a:lnTo>
                      <a:pt x="451" y="106"/>
                    </a:lnTo>
                    <a:lnTo>
                      <a:pt x="433" y="102"/>
                    </a:lnTo>
                    <a:lnTo>
                      <a:pt x="412" y="94"/>
                    </a:lnTo>
                    <a:cubicBezTo>
                      <a:pt x="418" y="83"/>
                      <a:pt x="414" y="84"/>
                      <a:pt x="420" y="84"/>
                    </a:cubicBezTo>
                    <a:lnTo>
                      <a:pt x="457" y="98"/>
                    </a:lnTo>
                    <a:lnTo>
                      <a:pt x="512" y="90"/>
                    </a:lnTo>
                    <a:lnTo>
                      <a:pt x="512" y="74"/>
                    </a:lnTo>
                    <a:lnTo>
                      <a:pt x="464" y="82"/>
                    </a:lnTo>
                    <a:lnTo>
                      <a:pt x="438" y="78"/>
                    </a:lnTo>
                    <a:cubicBezTo>
                      <a:pt x="431" y="75"/>
                      <a:pt x="418" y="70"/>
                      <a:pt x="418" y="70"/>
                    </a:cubicBezTo>
                    <a:lnTo>
                      <a:pt x="427" y="60"/>
                    </a:lnTo>
                    <a:lnTo>
                      <a:pt x="462" y="72"/>
                    </a:lnTo>
                    <a:lnTo>
                      <a:pt x="494" y="68"/>
                    </a:lnTo>
                    <a:lnTo>
                      <a:pt x="525" y="66"/>
                    </a:lnTo>
                    <a:lnTo>
                      <a:pt x="527" y="122"/>
                    </a:lnTo>
                    <a:lnTo>
                      <a:pt x="558" y="118"/>
                    </a:lnTo>
                    <a:lnTo>
                      <a:pt x="555" y="62"/>
                    </a:lnTo>
                    <a:lnTo>
                      <a:pt x="568" y="58"/>
                    </a:lnTo>
                    <a:lnTo>
                      <a:pt x="571" y="114"/>
                    </a:lnTo>
                    <a:lnTo>
                      <a:pt x="584" y="110"/>
                    </a:lnTo>
                    <a:lnTo>
                      <a:pt x="584" y="54"/>
                    </a:lnTo>
                    <a:lnTo>
                      <a:pt x="597" y="52"/>
                    </a:lnTo>
                    <a:lnTo>
                      <a:pt x="597" y="110"/>
                    </a:lnTo>
                    <a:lnTo>
                      <a:pt x="616" y="102"/>
                    </a:lnTo>
                    <a:lnTo>
                      <a:pt x="614" y="20"/>
                    </a:lnTo>
                    <a:lnTo>
                      <a:pt x="989" y="0"/>
                    </a:lnTo>
                    <a:lnTo>
                      <a:pt x="1143" y="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3" name="Freeform 32"/>
              <p:cNvSpPr>
                <a:spLocks/>
              </p:cNvSpPr>
              <p:nvPr/>
            </p:nvSpPr>
            <p:spPr bwMode="ltGray">
              <a:xfrm>
                <a:off x="2194" y="3470"/>
                <a:ext cx="222" cy="110"/>
              </a:xfrm>
              <a:custGeom>
                <a:avLst/>
                <a:gdLst>
                  <a:gd name="T0" fmla="*/ 267 w 204"/>
                  <a:gd name="T1" fmla="*/ 0 h 110"/>
                  <a:gd name="T2" fmla="*/ 156 w 204"/>
                  <a:gd name="T3" fmla="*/ 16 h 110"/>
                  <a:gd name="T4" fmla="*/ 158 w 204"/>
                  <a:gd name="T5" fmla="*/ 22 h 110"/>
                  <a:gd name="T6" fmla="*/ 240 w 204"/>
                  <a:gd name="T7" fmla="*/ 14 h 110"/>
                  <a:gd name="T8" fmla="*/ 238 w 204"/>
                  <a:gd name="T9" fmla="*/ 26 h 110"/>
                  <a:gd name="T10" fmla="*/ 156 w 204"/>
                  <a:gd name="T11" fmla="*/ 38 h 110"/>
                  <a:gd name="T12" fmla="*/ 158 w 204"/>
                  <a:gd name="T13" fmla="*/ 50 h 110"/>
                  <a:gd name="T14" fmla="*/ 244 w 204"/>
                  <a:gd name="T15" fmla="*/ 34 h 110"/>
                  <a:gd name="T16" fmla="*/ 250 w 204"/>
                  <a:gd name="T17" fmla="*/ 80 h 110"/>
                  <a:gd name="T18" fmla="*/ 170 w 204"/>
                  <a:gd name="T19" fmla="*/ 84 h 110"/>
                  <a:gd name="T20" fmla="*/ 104 w 204"/>
                  <a:gd name="T21" fmla="*/ 44 h 110"/>
                  <a:gd name="T22" fmla="*/ 104 w 204"/>
                  <a:gd name="T23" fmla="*/ 56 h 110"/>
                  <a:gd name="T24" fmla="*/ 156 w 204"/>
                  <a:gd name="T25" fmla="*/ 86 h 110"/>
                  <a:gd name="T26" fmla="*/ 64 w 204"/>
                  <a:gd name="T27" fmla="*/ 94 h 110"/>
                  <a:gd name="T28" fmla="*/ 64 w 204"/>
                  <a:gd name="T29" fmla="*/ 30 h 110"/>
                  <a:gd name="T30" fmla="*/ 42 w 204"/>
                  <a:gd name="T31" fmla="*/ 34 h 110"/>
                  <a:gd name="T32" fmla="*/ 48 w 204"/>
                  <a:gd name="T33" fmla="*/ 94 h 110"/>
                  <a:gd name="T34" fmla="*/ 16 w 204"/>
                  <a:gd name="T35" fmla="*/ 88 h 110"/>
                  <a:gd name="T36" fmla="*/ 16 w 204"/>
                  <a:gd name="T37" fmla="*/ 32 h 110"/>
                  <a:gd name="T38" fmla="*/ 0 w 204"/>
                  <a:gd name="T39" fmla="*/ 28 h 110"/>
                  <a:gd name="T40" fmla="*/ 4 w 204"/>
                  <a:gd name="T41" fmla="*/ 92 h 110"/>
                  <a:gd name="T42" fmla="*/ 98 w 204"/>
                  <a:gd name="T43" fmla="*/ 110 h 110"/>
                  <a:gd name="T44" fmla="*/ 255 w 204"/>
                  <a:gd name="T45" fmla="*/ 98 h 110"/>
                  <a:gd name="T46" fmla="*/ 286 w 204"/>
                  <a:gd name="T47" fmla="*/ 72 h 110"/>
                  <a:gd name="T48" fmla="*/ 267 w 204"/>
                  <a:gd name="T49" fmla="*/ 0 h 11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04" h="110">
                    <a:moveTo>
                      <a:pt x="190" y="0"/>
                    </a:moveTo>
                    <a:lnTo>
                      <a:pt x="110" y="16"/>
                    </a:lnTo>
                    <a:lnTo>
                      <a:pt x="112" y="22"/>
                    </a:lnTo>
                    <a:lnTo>
                      <a:pt x="172" y="14"/>
                    </a:lnTo>
                    <a:lnTo>
                      <a:pt x="170" y="26"/>
                    </a:lnTo>
                    <a:lnTo>
                      <a:pt x="110" y="38"/>
                    </a:lnTo>
                    <a:lnTo>
                      <a:pt x="112" y="50"/>
                    </a:lnTo>
                    <a:lnTo>
                      <a:pt x="174" y="34"/>
                    </a:lnTo>
                    <a:lnTo>
                      <a:pt x="178" y="80"/>
                    </a:lnTo>
                    <a:lnTo>
                      <a:pt x="120" y="84"/>
                    </a:lnTo>
                    <a:lnTo>
                      <a:pt x="74" y="44"/>
                    </a:lnTo>
                    <a:lnTo>
                      <a:pt x="74" y="56"/>
                    </a:lnTo>
                    <a:lnTo>
                      <a:pt x="110" y="86"/>
                    </a:lnTo>
                    <a:lnTo>
                      <a:pt x="46" y="94"/>
                    </a:lnTo>
                    <a:lnTo>
                      <a:pt x="46" y="30"/>
                    </a:lnTo>
                    <a:cubicBezTo>
                      <a:pt x="29" y="32"/>
                      <a:pt x="30" y="27"/>
                      <a:pt x="30" y="34"/>
                    </a:cubicBezTo>
                    <a:lnTo>
                      <a:pt x="34" y="94"/>
                    </a:lnTo>
                    <a:lnTo>
                      <a:pt x="12" y="88"/>
                    </a:lnTo>
                    <a:lnTo>
                      <a:pt x="12" y="32"/>
                    </a:lnTo>
                    <a:lnTo>
                      <a:pt x="0" y="28"/>
                    </a:lnTo>
                    <a:lnTo>
                      <a:pt x="4" y="92"/>
                    </a:lnTo>
                    <a:lnTo>
                      <a:pt x="70" y="110"/>
                    </a:lnTo>
                    <a:lnTo>
                      <a:pt x="182" y="98"/>
                    </a:lnTo>
                    <a:lnTo>
                      <a:pt x="204" y="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4" name="Freeform 33"/>
              <p:cNvSpPr>
                <a:spLocks/>
              </p:cNvSpPr>
              <p:nvPr/>
            </p:nvSpPr>
            <p:spPr bwMode="ltGray">
              <a:xfrm>
                <a:off x="2874" y="3426"/>
                <a:ext cx="1004" cy="606"/>
              </a:xfrm>
              <a:custGeom>
                <a:avLst/>
                <a:gdLst>
                  <a:gd name="T0" fmla="*/ 487 w 1004"/>
                  <a:gd name="T1" fmla="*/ 28 h 606"/>
                  <a:gd name="T2" fmla="*/ 487 w 1004"/>
                  <a:gd name="T3" fmla="*/ 36 h 606"/>
                  <a:gd name="T4" fmla="*/ 315 w 1004"/>
                  <a:gd name="T5" fmla="*/ 56 h 606"/>
                  <a:gd name="T6" fmla="*/ 520 w 1004"/>
                  <a:gd name="T7" fmla="*/ 42 h 606"/>
                  <a:gd name="T8" fmla="*/ 317 w 1004"/>
                  <a:gd name="T9" fmla="*/ 66 h 606"/>
                  <a:gd name="T10" fmla="*/ 392 w 1004"/>
                  <a:gd name="T11" fmla="*/ 88 h 606"/>
                  <a:gd name="T12" fmla="*/ 514 w 1004"/>
                  <a:gd name="T13" fmla="*/ 82 h 606"/>
                  <a:gd name="T14" fmla="*/ 535 w 1004"/>
                  <a:gd name="T15" fmla="*/ 102 h 606"/>
                  <a:gd name="T16" fmla="*/ 518 w 1004"/>
                  <a:gd name="T17" fmla="*/ 130 h 606"/>
                  <a:gd name="T18" fmla="*/ 601 w 1004"/>
                  <a:gd name="T19" fmla="*/ 182 h 606"/>
                  <a:gd name="T20" fmla="*/ 780 w 1004"/>
                  <a:gd name="T21" fmla="*/ 206 h 606"/>
                  <a:gd name="T22" fmla="*/ 845 w 1004"/>
                  <a:gd name="T23" fmla="*/ 186 h 606"/>
                  <a:gd name="T24" fmla="*/ 841 w 1004"/>
                  <a:gd name="T25" fmla="*/ 210 h 606"/>
                  <a:gd name="T26" fmla="*/ 865 w 1004"/>
                  <a:gd name="T27" fmla="*/ 240 h 606"/>
                  <a:gd name="T28" fmla="*/ 969 w 1004"/>
                  <a:gd name="T29" fmla="*/ 224 h 606"/>
                  <a:gd name="T30" fmla="*/ 1000 w 1004"/>
                  <a:gd name="T31" fmla="*/ 214 h 606"/>
                  <a:gd name="T32" fmla="*/ 993 w 1004"/>
                  <a:gd name="T33" fmla="*/ 248 h 606"/>
                  <a:gd name="T34" fmla="*/ 997 w 1004"/>
                  <a:gd name="T35" fmla="*/ 262 h 606"/>
                  <a:gd name="T36" fmla="*/ 993 w 1004"/>
                  <a:gd name="T37" fmla="*/ 282 h 606"/>
                  <a:gd name="T38" fmla="*/ 954 w 1004"/>
                  <a:gd name="T39" fmla="*/ 342 h 606"/>
                  <a:gd name="T40" fmla="*/ 910 w 1004"/>
                  <a:gd name="T41" fmla="*/ 358 h 606"/>
                  <a:gd name="T42" fmla="*/ 886 w 1004"/>
                  <a:gd name="T43" fmla="*/ 414 h 606"/>
                  <a:gd name="T44" fmla="*/ 869 w 1004"/>
                  <a:gd name="T45" fmla="*/ 430 h 606"/>
                  <a:gd name="T46" fmla="*/ 882 w 1004"/>
                  <a:gd name="T47" fmla="*/ 472 h 606"/>
                  <a:gd name="T48" fmla="*/ 862 w 1004"/>
                  <a:gd name="T49" fmla="*/ 452 h 606"/>
                  <a:gd name="T50" fmla="*/ 847 w 1004"/>
                  <a:gd name="T51" fmla="*/ 440 h 606"/>
                  <a:gd name="T52" fmla="*/ 860 w 1004"/>
                  <a:gd name="T53" fmla="*/ 380 h 606"/>
                  <a:gd name="T54" fmla="*/ 688 w 1004"/>
                  <a:gd name="T55" fmla="*/ 398 h 606"/>
                  <a:gd name="T56" fmla="*/ 710 w 1004"/>
                  <a:gd name="T57" fmla="*/ 430 h 606"/>
                  <a:gd name="T58" fmla="*/ 660 w 1004"/>
                  <a:gd name="T59" fmla="*/ 436 h 606"/>
                  <a:gd name="T60" fmla="*/ 570 w 1004"/>
                  <a:gd name="T61" fmla="*/ 400 h 606"/>
                  <a:gd name="T62" fmla="*/ 616 w 1004"/>
                  <a:gd name="T63" fmla="*/ 444 h 606"/>
                  <a:gd name="T64" fmla="*/ 647 w 1004"/>
                  <a:gd name="T65" fmla="*/ 476 h 606"/>
                  <a:gd name="T66" fmla="*/ 575 w 1004"/>
                  <a:gd name="T67" fmla="*/ 470 h 606"/>
                  <a:gd name="T68" fmla="*/ 538 w 1004"/>
                  <a:gd name="T69" fmla="*/ 480 h 606"/>
                  <a:gd name="T70" fmla="*/ 487 w 1004"/>
                  <a:gd name="T71" fmla="*/ 478 h 606"/>
                  <a:gd name="T72" fmla="*/ 409 w 1004"/>
                  <a:gd name="T73" fmla="*/ 512 h 606"/>
                  <a:gd name="T74" fmla="*/ 357 w 1004"/>
                  <a:gd name="T75" fmla="*/ 520 h 606"/>
                  <a:gd name="T76" fmla="*/ 374 w 1004"/>
                  <a:gd name="T77" fmla="*/ 550 h 606"/>
                  <a:gd name="T78" fmla="*/ 0 w 1004"/>
                  <a:gd name="T79" fmla="*/ 606 h 606"/>
                  <a:gd name="T80" fmla="*/ 296 w 1004"/>
                  <a:gd name="T81" fmla="*/ 8 h 60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004" h="606">
                    <a:moveTo>
                      <a:pt x="315" y="22"/>
                    </a:moveTo>
                    <a:lnTo>
                      <a:pt x="487" y="28"/>
                    </a:lnTo>
                    <a:lnTo>
                      <a:pt x="518" y="18"/>
                    </a:lnTo>
                    <a:lnTo>
                      <a:pt x="487" y="36"/>
                    </a:lnTo>
                    <a:lnTo>
                      <a:pt x="313" y="36"/>
                    </a:lnTo>
                    <a:lnTo>
                      <a:pt x="315" y="56"/>
                    </a:lnTo>
                    <a:lnTo>
                      <a:pt x="487" y="52"/>
                    </a:lnTo>
                    <a:lnTo>
                      <a:pt x="520" y="42"/>
                    </a:lnTo>
                    <a:lnTo>
                      <a:pt x="487" y="64"/>
                    </a:lnTo>
                    <a:lnTo>
                      <a:pt x="317" y="66"/>
                    </a:lnTo>
                    <a:lnTo>
                      <a:pt x="333" y="78"/>
                    </a:lnTo>
                    <a:lnTo>
                      <a:pt x="392" y="88"/>
                    </a:lnTo>
                    <a:lnTo>
                      <a:pt x="477" y="84"/>
                    </a:lnTo>
                    <a:lnTo>
                      <a:pt x="514" y="82"/>
                    </a:lnTo>
                    <a:lnTo>
                      <a:pt x="516" y="102"/>
                    </a:lnTo>
                    <a:lnTo>
                      <a:pt x="535" y="102"/>
                    </a:lnTo>
                    <a:lnTo>
                      <a:pt x="540" y="120"/>
                    </a:lnTo>
                    <a:lnTo>
                      <a:pt x="518" y="130"/>
                    </a:lnTo>
                    <a:lnTo>
                      <a:pt x="527" y="148"/>
                    </a:lnTo>
                    <a:lnTo>
                      <a:pt x="601" y="182"/>
                    </a:lnTo>
                    <a:lnTo>
                      <a:pt x="701" y="202"/>
                    </a:lnTo>
                    <a:lnTo>
                      <a:pt x="780" y="206"/>
                    </a:lnTo>
                    <a:lnTo>
                      <a:pt x="817" y="196"/>
                    </a:lnTo>
                    <a:lnTo>
                      <a:pt x="845" y="186"/>
                    </a:lnTo>
                    <a:lnTo>
                      <a:pt x="856" y="194"/>
                    </a:lnTo>
                    <a:lnTo>
                      <a:pt x="841" y="210"/>
                    </a:lnTo>
                    <a:lnTo>
                      <a:pt x="843" y="228"/>
                    </a:lnTo>
                    <a:lnTo>
                      <a:pt x="865" y="240"/>
                    </a:lnTo>
                    <a:lnTo>
                      <a:pt x="921" y="236"/>
                    </a:lnTo>
                    <a:lnTo>
                      <a:pt x="969" y="224"/>
                    </a:lnTo>
                    <a:lnTo>
                      <a:pt x="991" y="204"/>
                    </a:lnTo>
                    <a:lnTo>
                      <a:pt x="1000" y="214"/>
                    </a:lnTo>
                    <a:lnTo>
                      <a:pt x="984" y="232"/>
                    </a:lnTo>
                    <a:lnTo>
                      <a:pt x="993" y="248"/>
                    </a:lnTo>
                    <a:lnTo>
                      <a:pt x="982" y="260"/>
                    </a:lnTo>
                    <a:lnTo>
                      <a:pt x="997" y="262"/>
                    </a:lnTo>
                    <a:lnTo>
                      <a:pt x="1004" y="274"/>
                    </a:lnTo>
                    <a:lnTo>
                      <a:pt x="993" y="282"/>
                    </a:lnTo>
                    <a:lnTo>
                      <a:pt x="941" y="328"/>
                    </a:lnTo>
                    <a:lnTo>
                      <a:pt x="954" y="342"/>
                    </a:lnTo>
                    <a:lnTo>
                      <a:pt x="928" y="358"/>
                    </a:lnTo>
                    <a:lnTo>
                      <a:pt x="910" y="358"/>
                    </a:lnTo>
                    <a:lnTo>
                      <a:pt x="871" y="378"/>
                    </a:lnTo>
                    <a:lnTo>
                      <a:pt x="886" y="414"/>
                    </a:lnTo>
                    <a:lnTo>
                      <a:pt x="882" y="442"/>
                    </a:lnTo>
                    <a:lnTo>
                      <a:pt x="869" y="430"/>
                    </a:lnTo>
                    <a:lnTo>
                      <a:pt x="869" y="450"/>
                    </a:lnTo>
                    <a:lnTo>
                      <a:pt x="882" y="472"/>
                    </a:lnTo>
                    <a:lnTo>
                      <a:pt x="851" y="472"/>
                    </a:lnTo>
                    <a:lnTo>
                      <a:pt x="862" y="452"/>
                    </a:lnTo>
                    <a:lnTo>
                      <a:pt x="865" y="428"/>
                    </a:lnTo>
                    <a:lnTo>
                      <a:pt x="847" y="440"/>
                    </a:lnTo>
                    <a:lnTo>
                      <a:pt x="851" y="398"/>
                    </a:lnTo>
                    <a:lnTo>
                      <a:pt x="860" y="380"/>
                    </a:lnTo>
                    <a:lnTo>
                      <a:pt x="756" y="396"/>
                    </a:lnTo>
                    <a:lnTo>
                      <a:pt x="688" y="398"/>
                    </a:lnTo>
                    <a:lnTo>
                      <a:pt x="708" y="418"/>
                    </a:lnTo>
                    <a:lnTo>
                      <a:pt x="710" y="430"/>
                    </a:lnTo>
                    <a:lnTo>
                      <a:pt x="690" y="442"/>
                    </a:lnTo>
                    <a:lnTo>
                      <a:pt x="660" y="436"/>
                    </a:lnTo>
                    <a:lnTo>
                      <a:pt x="588" y="406"/>
                    </a:lnTo>
                    <a:lnTo>
                      <a:pt x="570" y="400"/>
                    </a:lnTo>
                    <a:lnTo>
                      <a:pt x="548" y="424"/>
                    </a:lnTo>
                    <a:lnTo>
                      <a:pt x="616" y="444"/>
                    </a:lnTo>
                    <a:lnTo>
                      <a:pt x="649" y="462"/>
                    </a:lnTo>
                    <a:lnTo>
                      <a:pt x="647" y="476"/>
                    </a:lnTo>
                    <a:lnTo>
                      <a:pt x="629" y="494"/>
                    </a:lnTo>
                    <a:lnTo>
                      <a:pt x="575" y="470"/>
                    </a:lnTo>
                    <a:lnTo>
                      <a:pt x="553" y="482"/>
                    </a:lnTo>
                    <a:lnTo>
                      <a:pt x="538" y="480"/>
                    </a:lnTo>
                    <a:lnTo>
                      <a:pt x="496" y="462"/>
                    </a:lnTo>
                    <a:lnTo>
                      <a:pt x="487" y="478"/>
                    </a:lnTo>
                    <a:lnTo>
                      <a:pt x="431" y="476"/>
                    </a:lnTo>
                    <a:lnTo>
                      <a:pt x="409" y="512"/>
                    </a:lnTo>
                    <a:lnTo>
                      <a:pt x="365" y="508"/>
                    </a:lnTo>
                    <a:lnTo>
                      <a:pt x="357" y="520"/>
                    </a:lnTo>
                    <a:lnTo>
                      <a:pt x="370" y="534"/>
                    </a:lnTo>
                    <a:lnTo>
                      <a:pt x="374" y="550"/>
                    </a:lnTo>
                    <a:lnTo>
                      <a:pt x="342" y="606"/>
                    </a:lnTo>
                    <a:lnTo>
                      <a:pt x="0" y="606"/>
                    </a:lnTo>
                    <a:lnTo>
                      <a:pt x="8" y="0"/>
                    </a:lnTo>
                    <a:lnTo>
                      <a:pt x="296" y="8"/>
                    </a:lnTo>
                    <a:lnTo>
                      <a:pt x="315" y="2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5" name="Freeform 34"/>
              <p:cNvSpPr>
                <a:spLocks/>
              </p:cNvSpPr>
              <p:nvPr/>
            </p:nvSpPr>
            <p:spPr bwMode="ltGray">
              <a:xfrm>
                <a:off x="3209" y="3454"/>
                <a:ext cx="161" cy="92"/>
              </a:xfrm>
              <a:custGeom>
                <a:avLst/>
                <a:gdLst>
                  <a:gd name="T0" fmla="*/ 0 w 148"/>
                  <a:gd name="T1" fmla="*/ 82 h 92"/>
                  <a:gd name="T2" fmla="*/ 4 w 148"/>
                  <a:gd name="T3" fmla="*/ 2 h 92"/>
                  <a:gd name="T4" fmla="*/ 26 w 148"/>
                  <a:gd name="T5" fmla="*/ 0 h 92"/>
                  <a:gd name="T6" fmla="*/ 16 w 148"/>
                  <a:gd name="T7" fmla="*/ 74 h 92"/>
                  <a:gd name="T8" fmla="*/ 62 w 148"/>
                  <a:gd name="T9" fmla="*/ 78 h 92"/>
                  <a:gd name="T10" fmla="*/ 64 w 148"/>
                  <a:gd name="T11" fmla="*/ 2 h 92"/>
                  <a:gd name="T12" fmla="*/ 82 w 148"/>
                  <a:gd name="T13" fmla="*/ 2 h 92"/>
                  <a:gd name="T14" fmla="*/ 78 w 148"/>
                  <a:gd name="T15" fmla="*/ 72 h 92"/>
                  <a:gd name="T16" fmla="*/ 132 w 148"/>
                  <a:gd name="T17" fmla="*/ 70 h 92"/>
                  <a:gd name="T18" fmla="*/ 129 w 148"/>
                  <a:gd name="T19" fmla="*/ 2 h 92"/>
                  <a:gd name="T20" fmla="*/ 148 w 148"/>
                  <a:gd name="T21" fmla="*/ 4 h 92"/>
                  <a:gd name="T22" fmla="*/ 146 w 148"/>
                  <a:gd name="T23" fmla="*/ 68 h 92"/>
                  <a:gd name="T24" fmla="*/ 190 w 148"/>
                  <a:gd name="T25" fmla="*/ 64 h 92"/>
                  <a:gd name="T26" fmla="*/ 178 w 148"/>
                  <a:gd name="T27" fmla="*/ 0 h 92"/>
                  <a:gd name="T28" fmla="*/ 199 w 148"/>
                  <a:gd name="T29" fmla="*/ 2 h 92"/>
                  <a:gd name="T30" fmla="*/ 207 w 148"/>
                  <a:gd name="T31" fmla="*/ 70 h 92"/>
                  <a:gd name="T32" fmla="*/ 84 w 148"/>
                  <a:gd name="T33" fmla="*/ 88 h 92"/>
                  <a:gd name="T34" fmla="*/ 12 w 148"/>
                  <a:gd name="T35" fmla="*/ 92 h 92"/>
                  <a:gd name="T36" fmla="*/ 0 w 148"/>
                  <a:gd name="T37" fmla="*/ 82 h 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48" h="92">
                    <a:moveTo>
                      <a:pt x="0" y="82"/>
                    </a:moveTo>
                    <a:lnTo>
                      <a:pt x="4" y="2"/>
                    </a:lnTo>
                    <a:lnTo>
                      <a:pt x="18" y="0"/>
                    </a:lnTo>
                    <a:lnTo>
                      <a:pt x="12" y="74"/>
                    </a:lnTo>
                    <a:lnTo>
                      <a:pt x="44" y="78"/>
                    </a:lnTo>
                    <a:lnTo>
                      <a:pt x="46" y="2"/>
                    </a:lnTo>
                    <a:lnTo>
                      <a:pt x="58" y="2"/>
                    </a:lnTo>
                    <a:lnTo>
                      <a:pt x="56" y="72"/>
                    </a:lnTo>
                    <a:lnTo>
                      <a:pt x="94" y="70"/>
                    </a:lnTo>
                    <a:lnTo>
                      <a:pt x="92" y="2"/>
                    </a:lnTo>
                    <a:lnTo>
                      <a:pt x="106" y="4"/>
                    </a:lnTo>
                    <a:lnTo>
                      <a:pt x="104" y="68"/>
                    </a:lnTo>
                    <a:lnTo>
                      <a:pt x="136" y="64"/>
                    </a:lnTo>
                    <a:lnTo>
                      <a:pt x="128" y="0"/>
                    </a:lnTo>
                    <a:lnTo>
                      <a:pt x="142" y="2"/>
                    </a:lnTo>
                    <a:lnTo>
                      <a:pt x="148" y="70"/>
                    </a:lnTo>
                    <a:lnTo>
                      <a:pt x="60" y="88"/>
                    </a:lnTo>
                    <a:lnTo>
                      <a:pt x="8" y="92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3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9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133" name="Rectangle 3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134" name="Rectangle 3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135" name="Rectangle 3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50" charset="-128"/>
              </a:defRPr>
            </a:lvl1pPr>
          </a:lstStyle>
          <a:p>
            <a:pPr>
              <a:defRPr/>
            </a:pPr>
            <a:fld id="{F48F609A-3E3B-471F-A392-0550536B8C25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|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ja-JP" altLang="en-US" sz="6600" b="1" dirty="0">
                <a:latin typeface="MS PGothic" pitchFamily="34" charset="-128"/>
                <a:ea typeface="MS PGothic" pitchFamily="34" charset="-128"/>
              </a:rPr>
              <a:t>オフィス業務</a:t>
            </a:r>
            <a:endParaRPr lang="en-US" altLang="ja-JP" sz="6600" b="1" dirty="0"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39952" y="3427413"/>
            <a:ext cx="3600698" cy="2162175"/>
          </a:xfrm>
        </p:spPr>
        <p:txBody>
          <a:bodyPr/>
          <a:lstStyle/>
          <a:p>
            <a:pPr algn="ctr" eaLnBrk="1" hangingPunct="1"/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担</a:t>
            </a:r>
            <a:r>
              <a:rPr lang="ja-JP" altLang="en-US" dirty="0" smtClean="0">
                <a:solidFill>
                  <a:srgbClr val="000000"/>
                </a:solidFill>
                <a:ea typeface="ＭＳ Ｐゴシック" pitchFamily="50" charset="-128"/>
              </a:rPr>
              <a:t>当</a:t>
            </a:r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講師</a:t>
            </a:r>
            <a:endParaRPr lang="ja-JP" altLang="en-US" dirty="0">
              <a:solidFill>
                <a:srgbClr val="000000"/>
              </a:solidFill>
              <a:ea typeface="ＭＳ Ｐゴシック" pitchFamily="50" charset="-128"/>
            </a:endParaRPr>
          </a:p>
          <a:p>
            <a:pPr algn="ctr" eaLnBrk="1" hangingPunct="1"/>
            <a:r>
              <a:rPr lang="ja-JP" altLang="en-US" dirty="0" smtClean="0">
                <a:solidFill>
                  <a:srgbClr val="000000"/>
                </a:solidFill>
                <a:ea typeface="ＭＳ Ｐゴシック" pitchFamily="50" charset="-128"/>
              </a:rPr>
              <a:t>正忠　武</a:t>
            </a:r>
            <a:endParaRPr lang="ja-JP" altLang="en-US" dirty="0">
              <a:solidFill>
                <a:srgbClr val="000000"/>
              </a:solidFill>
              <a:ea typeface="ＭＳ Ｐゴシック" pitchFamily="50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10686-FD4F-B827-B9FE-7BD947C1B1A4}"/>
              </a:ext>
            </a:extLst>
          </p:cNvPr>
          <p:cNvSpPr txBox="1"/>
          <p:nvPr/>
        </p:nvSpPr>
        <p:spPr>
          <a:xfrm>
            <a:off x="7288306" y="47333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615"/>
            <a:ext cx="8229600" cy="773113"/>
          </a:xfrm>
        </p:spPr>
        <p:txBody>
          <a:bodyPr/>
          <a:lstStyle/>
          <a:p>
            <a:pPr eaLnBrk="1" hangingPunct="1"/>
            <a:r>
              <a:rPr lang="ja-JP" altLang="en-US" sz="5400" b="1" dirty="0">
                <a:ea typeface="ＭＳ Ｐゴシック" pitchFamily="50" charset="-128"/>
              </a:rPr>
              <a:t>主な授業内容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12776"/>
            <a:ext cx="8459788" cy="5112022"/>
          </a:xfrm>
          <a:solidFill>
            <a:srgbClr val="FFFFFF"/>
          </a:solidFill>
        </p:spPr>
        <p:txBody>
          <a:bodyPr/>
          <a:lstStyle/>
          <a:p>
            <a:pPr eaLnBrk="1" hangingPunct="1"/>
            <a:r>
              <a:rPr lang="ja-JP" altLang="en-US" sz="4000" dirty="0">
                <a:solidFill>
                  <a:srgbClr val="000000"/>
                </a:solidFill>
                <a:ea typeface="ＭＳ Ｐゴシック" pitchFamily="50" charset="-128"/>
              </a:rPr>
              <a:t>仕事をする意味</a:t>
            </a:r>
          </a:p>
          <a:p>
            <a:pPr eaLnBrk="1" hangingPunct="1"/>
            <a:r>
              <a:rPr lang="ja-JP" altLang="en-US" sz="4000" dirty="0">
                <a:solidFill>
                  <a:srgbClr val="000000"/>
                </a:solidFill>
                <a:ea typeface="ＭＳ Ｐゴシック" pitchFamily="50" charset="-128"/>
              </a:rPr>
              <a:t>職場での１日</a:t>
            </a:r>
            <a:endParaRPr lang="en-US" altLang="ja-JP" sz="4000" dirty="0">
              <a:solidFill>
                <a:srgbClr val="000000"/>
              </a:solidFill>
              <a:ea typeface="ＭＳ Ｐゴシック" pitchFamily="50" charset="-128"/>
            </a:endParaRPr>
          </a:p>
          <a:p>
            <a:pPr eaLnBrk="1" hangingPunct="1"/>
            <a:r>
              <a:rPr lang="ja-JP" altLang="en-US" sz="4000" dirty="0">
                <a:solidFill>
                  <a:srgbClr val="000000"/>
                </a:solidFill>
                <a:ea typeface="ＭＳ Ｐゴシック" pitchFamily="50" charset="-128"/>
              </a:rPr>
              <a:t>あいさつのルールと自己紹介の仕方</a:t>
            </a:r>
            <a:endParaRPr lang="en-US" altLang="ja-JP" sz="4000" dirty="0">
              <a:solidFill>
                <a:srgbClr val="000000"/>
              </a:solidFill>
              <a:ea typeface="ＭＳ Ｐゴシック" pitchFamily="50" charset="-128"/>
            </a:endParaRPr>
          </a:p>
          <a:p>
            <a:pPr eaLnBrk="1" hangingPunct="1"/>
            <a:r>
              <a:rPr lang="ja-JP" altLang="en-US" sz="4000" dirty="0">
                <a:solidFill>
                  <a:srgbClr val="000000"/>
                </a:solidFill>
                <a:ea typeface="ＭＳ Ｐゴシック" pitchFamily="50" charset="-128"/>
              </a:rPr>
              <a:t>仕事の基本　～ほう・れん・そう～</a:t>
            </a:r>
            <a:endParaRPr lang="en-US" altLang="ja-JP" sz="4000" dirty="0">
              <a:solidFill>
                <a:srgbClr val="000000"/>
              </a:solidFill>
              <a:ea typeface="ＭＳ Ｐゴシック" pitchFamily="50" charset="-128"/>
            </a:endParaRPr>
          </a:p>
          <a:p>
            <a:pPr eaLnBrk="1" hangingPunct="1"/>
            <a:r>
              <a:rPr lang="ja-JP" altLang="en-US" sz="4000" dirty="0">
                <a:solidFill>
                  <a:srgbClr val="000000"/>
                </a:solidFill>
                <a:ea typeface="ＭＳ Ｐゴシック" pitchFamily="50" charset="-128"/>
              </a:rPr>
              <a:t>電話の受け方・かけ方</a:t>
            </a:r>
            <a:endParaRPr lang="en-US" altLang="ja-JP" sz="4000" dirty="0">
              <a:solidFill>
                <a:srgbClr val="000000"/>
              </a:solidFill>
              <a:ea typeface="ＭＳ Ｐゴシック" pitchFamily="50" charset="-128"/>
            </a:endParaRPr>
          </a:p>
          <a:p>
            <a:pPr eaLnBrk="1" hangingPunct="1"/>
            <a:r>
              <a:rPr lang="ja-JP" altLang="en-US" sz="4000" dirty="0">
                <a:solidFill>
                  <a:srgbClr val="000000"/>
                </a:solidFill>
                <a:ea typeface="ＭＳ Ｐゴシック" pitchFamily="50" charset="-128"/>
              </a:rPr>
              <a:t>メールの送り方</a:t>
            </a:r>
          </a:p>
          <a:p>
            <a:pPr eaLnBrk="1" hangingPunct="1"/>
            <a:r>
              <a:rPr lang="ja-JP" altLang="en-US" sz="4000" dirty="0">
                <a:solidFill>
                  <a:srgbClr val="000000"/>
                </a:solidFill>
                <a:ea typeface="ＭＳ Ｐゴシック" pitchFamily="50" charset="-128"/>
              </a:rPr>
              <a:t>来客対応のマナー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33056"/>
            <a:ext cx="2304256" cy="2765107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161510" y="404664"/>
            <a:ext cx="8820980" cy="3024336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先生も頑張ります！</a:t>
            </a:r>
            <a:endParaRPr lang="en-US" altLang="ja-JP" sz="5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5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一緒に頑張って</a:t>
            </a:r>
            <a:endParaRPr lang="en-US" altLang="ja-JP" sz="5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5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勉強しましょう！</a:t>
            </a:r>
            <a:endParaRPr lang="en-US" sz="5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688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33056"/>
            <a:ext cx="2304256" cy="2765107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161510" y="404664"/>
            <a:ext cx="8820980" cy="3024336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分からないことを</a:t>
            </a:r>
            <a:endParaRPr lang="en-US" altLang="ja-JP" sz="5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5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そのままにしないで</a:t>
            </a:r>
            <a:endParaRPr lang="en-US" altLang="ja-JP" sz="5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54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必ず質問しましょう！</a:t>
            </a:r>
            <a:endParaRPr lang="en-US" sz="5400" b="1" dirty="0">
              <a:solidFill>
                <a:srgbClr val="C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6036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87338" y="1052736"/>
            <a:ext cx="8569325" cy="936104"/>
          </a:xfrm>
        </p:spPr>
        <p:txBody>
          <a:bodyPr/>
          <a:lstStyle/>
          <a:p>
            <a:pPr eaLnBrk="1" hangingPunct="1"/>
            <a:r>
              <a:rPr lang="ja-JP" altLang="en-US" sz="6600" b="1" dirty="0">
                <a:ea typeface="ＭＳ Ｐゴシック" pitchFamily="50" charset="-128"/>
              </a:rPr>
              <a:t>＜授業の目的＞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846138"/>
            <a:ext cx="7721600" cy="1143000"/>
          </a:xfrm>
        </p:spPr>
        <p:txBody>
          <a:bodyPr/>
          <a:lstStyle/>
          <a:p>
            <a:pPr eaLnBrk="1" hangingPunct="1"/>
            <a:r>
              <a:rPr lang="ja-JP" altLang="en-US" b="1" dirty="0">
                <a:ea typeface="ＭＳ Ｐゴシック" pitchFamily="50" charset="-128"/>
              </a:rPr>
              <a:t>企業実習評価表のコメント</a:t>
            </a:r>
          </a:p>
        </p:txBody>
      </p:sp>
      <p:sp>
        <p:nvSpPr>
          <p:cNvPr id="22528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211388"/>
            <a:ext cx="7918450" cy="3449637"/>
          </a:xfrm>
          <a:solidFill>
            <a:srgbClr val="FFFFFF"/>
          </a:solidFill>
        </p:spPr>
        <p:txBody>
          <a:bodyPr/>
          <a:lstStyle/>
          <a:p>
            <a:pPr algn="l" eaLnBrk="1" hangingPunct="1"/>
            <a:r>
              <a:rPr lang="ja-JP" altLang="en-US" dirty="0">
                <a:ea typeface="ＭＳ Ｐゴシック" pitchFamily="50" charset="-128"/>
              </a:rPr>
              <a:t>　</a:t>
            </a:r>
            <a:r>
              <a:rPr lang="ja-JP" altLang="en-US" b="1" dirty="0">
                <a:solidFill>
                  <a:srgbClr val="000000"/>
                </a:solidFill>
                <a:ea typeface="ＭＳ Ｐゴシック" pitchFamily="50" charset="-128"/>
              </a:rPr>
              <a:t>日本とベトナムには、様々な文化や習慣の違いがあります。</a:t>
            </a:r>
            <a:r>
              <a:rPr lang="ja-JP" altLang="en-US" b="1" dirty="0">
                <a:solidFill>
                  <a:srgbClr val="990000"/>
                </a:solidFill>
                <a:ea typeface="ＭＳ Ｐゴシック" pitchFamily="50" charset="-128"/>
              </a:rPr>
              <a:t>それ</a:t>
            </a:r>
            <a:r>
              <a:rPr lang="ja-JP" altLang="en-US" b="1" dirty="0">
                <a:solidFill>
                  <a:srgbClr val="000000"/>
                </a:solidFill>
                <a:ea typeface="ＭＳ Ｐゴシック" pitchFamily="50" charset="-128"/>
              </a:rPr>
              <a:t>を理解できないことが、ビジネスにおけるクレームにつながります。</a:t>
            </a:r>
          </a:p>
          <a:p>
            <a:pPr algn="l" eaLnBrk="1" hangingPunct="1"/>
            <a:r>
              <a:rPr lang="ja-JP" altLang="en-US" b="1" dirty="0">
                <a:solidFill>
                  <a:srgbClr val="000000"/>
                </a:solidFill>
                <a:ea typeface="ＭＳ Ｐゴシック" pitchFamily="50" charset="-128"/>
              </a:rPr>
              <a:t>　よって、日本の会社で働くためには、</a:t>
            </a:r>
            <a:r>
              <a:rPr lang="ja-JP" altLang="en-US" b="1" dirty="0">
                <a:solidFill>
                  <a:srgbClr val="800000"/>
                </a:solidFill>
                <a:ea typeface="ＭＳ Ｐゴシック" pitchFamily="50" charset="-128"/>
              </a:rPr>
              <a:t>日本人レベルのビジネスマナー</a:t>
            </a:r>
            <a:r>
              <a:rPr lang="ja-JP" altLang="en-US" b="1" dirty="0">
                <a:solidFill>
                  <a:srgbClr val="000000"/>
                </a:solidFill>
                <a:ea typeface="ＭＳ Ｐゴシック" pitchFamily="50" charset="-128"/>
              </a:rPr>
              <a:t>を習得することが必要だと思います。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25285">
                                            <p:bg/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25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25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33056"/>
            <a:ext cx="2304256" cy="2765107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161510" y="620688"/>
            <a:ext cx="8820980" cy="2808312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①　“それ”は何のことですか？</a:t>
            </a:r>
            <a:endParaRPr lang="en-US" altLang="ja-JP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②　この学生を</a:t>
            </a:r>
            <a:endParaRPr lang="en-US" altLang="ja-JP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　　どう評価していますか？</a:t>
            </a:r>
            <a:endParaRPr lang="en-US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2581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3155" y="1052736"/>
            <a:ext cx="8569325" cy="936104"/>
          </a:xfrm>
        </p:spPr>
        <p:txBody>
          <a:bodyPr/>
          <a:lstStyle/>
          <a:p>
            <a:pPr eaLnBrk="1" hangingPunct="1"/>
            <a:r>
              <a:rPr lang="ja-JP" altLang="en-US" sz="5400" b="1" dirty="0">
                <a:ea typeface="ＭＳ Ｐゴシック" pitchFamily="50" charset="-128"/>
              </a:rPr>
              <a:t>＜授業の目的＞</a:t>
            </a: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 bwMode="auto">
          <a:xfrm>
            <a:off x="251147" y="2132856"/>
            <a:ext cx="8569325" cy="309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ja-JP" altLang="en-US" b="1" dirty="0">
                <a:ea typeface="ＭＳ Ｐゴシック" pitchFamily="50" charset="-128"/>
              </a:rPr>
              <a:t>日本の</a:t>
            </a:r>
            <a:r>
              <a:rPr lang="ja-JP" altLang="en-US" sz="5400" b="1" dirty="0">
                <a:solidFill>
                  <a:srgbClr val="800000"/>
                </a:solidFill>
                <a:ea typeface="ＭＳ Ｐゴシック" pitchFamily="50" charset="-128"/>
              </a:rPr>
              <a:t>ビジネスマナー</a:t>
            </a:r>
            <a:r>
              <a:rPr lang="ja-JP" altLang="en-US" b="1" dirty="0">
                <a:ea typeface="ＭＳ Ｐゴシック" pitchFamily="50" charset="-128"/>
              </a:rPr>
              <a:t>を理解し</a:t>
            </a:r>
            <a:br>
              <a:rPr lang="ja-JP" altLang="en-US" b="1" dirty="0">
                <a:ea typeface="ＭＳ Ｐゴシック" pitchFamily="50" charset="-128"/>
              </a:rPr>
            </a:br>
            <a:r>
              <a:rPr lang="ja-JP" altLang="en-US" b="1" dirty="0">
                <a:ea typeface="ＭＳ Ｐゴシック" pitchFamily="50" charset="-128"/>
              </a:rPr>
              <a:t>実践できるようにすること</a:t>
            </a:r>
          </a:p>
        </p:txBody>
      </p:sp>
      <p:sp>
        <p:nvSpPr>
          <p:cNvPr id="4" name="ドーナツ 3"/>
          <p:cNvSpPr/>
          <p:nvPr/>
        </p:nvSpPr>
        <p:spPr bwMode="auto">
          <a:xfrm>
            <a:off x="1043608" y="3356992"/>
            <a:ext cx="3456384" cy="1512168"/>
          </a:xfrm>
          <a:prstGeom prst="donut">
            <a:avLst>
              <a:gd name="adj" fmla="val 15752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41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60" y="764704"/>
            <a:ext cx="5245080" cy="3549948"/>
          </a:xfrm>
          <a:prstGeom prst="rect">
            <a:avLst/>
          </a:prstGeom>
        </p:spPr>
      </p:pic>
      <p:sp>
        <p:nvSpPr>
          <p:cNvPr id="3" name="角丸四角形 2"/>
          <p:cNvSpPr/>
          <p:nvPr/>
        </p:nvSpPr>
        <p:spPr>
          <a:xfrm>
            <a:off x="2231740" y="4484820"/>
            <a:ext cx="4680520" cy="1392452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覚える</a:t>
            </a:r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だけ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287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60" y="764704"/>
            <a:ext cx="5245080" cy="3549948"/>
          </a:xfrm>
          <a:prstGeom prst="rect">
            <a:avLst/>
          </a:prstGeom>
        </p:spPr>
      </p:pic>
      <p:sp>
        <p:nvSpPr>
          <p:cNvPr id="3" name="角丸四角形 2"/>
          <p:cNvSpPr/>
          <p:nvPr/>
        </p:nvSpPr>
        <p:spPr>
          <a:xfrm>
            <a:off x="2231740" y="4484820"/>
            <a:ext cx="4680520" cy="1392452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覚える</a:t>
            </a:r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だけ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4" name="乗算記号 3"/>
          <p:cNvSpPr/>
          <p:nvPr/>
        </p:nvSpPr>
        <p:spPr bwMode="auto">
          <a:xfrm>
            <a:off x="-864604" y="620688"/>
            <a:ext cx="10873208" cy="648072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58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516" y="3501008"/>
            <a:ext cx="2913963" cy="3124132"/>
          </a:xfrm>
          <a:prstGeom prst="rect">
            <a:avLst/>
          </a:prstGeom>
        </p:spPr>
      </p:pic>
      <p:sp>
        <p:nvSpPr>
          <p:cNvPr id="3" name="角丸四角形 2"/>
          <p:cNvSpPr/>
          <p:nvPr/>
        </p:nvSpPr>
        <p:spPr>
          <a:xfrm>
            <a:off x="539553" y="332656"/>
            <a:ext cx="8064895" cy="2808312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勉強したこと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覚えたことを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5400" b="1" u="sng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実践して</a:t>
            </a:r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下さい！！！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001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832245"/>
            <a:ext cx="2304256" cy="2765107"/>
          </a:xfrm>
          <a:prstGeom prst="rect">
            <a:avLst/>
          </a:prstGeom>
        </p:spPr>
      </p:pic>
      <p:sp>
        <p:nvSpPr>
          <p:cNvPr id="4" name="角丸四角形 3"/>
          <p:cNvSpPr/>
          <p:nvPr/>
        </p:nvSpPr>
        <p:spPr>
          <a:xfrm>
            <a:off x="539553" y="332656"/>
            <a:ext cx="8064895" cy="2808312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実践しなければ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どれだけ勉強しても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5400" b="1" u="sng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知らないのと同じ</a:t>
            </a:r>
            <a:r>
              <a:rPr lang="ja-JP" altLang="en-US" sz="54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です！</a:t>
            </a:r>
            <a:endParaRPr lang="en-US" sz="5400" b="1" dirty="0">
              <a:solidFill>
                <a:srgbClr val="C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746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ctrTitle"/>
          </p:nvPr>
        </p:nvSpPr>
        <p:spPr>
          <a:xfrm>
            <a:off x="405420" y="692696"/>
            <a:ext cx="8333160" cy="2448272"/>
          </a:xfrm>
          <a:solidFill>
            <a:srgbClr val="FFFFFF"/>
          </a:solidFill>
        </p:spPr>
        <p:txBody>
          <a:bodyPr/>
          <a:lstStyle/>
          <a:p>
            <a:r>
              <a:rPr lang="ja-JP" altLang="en-US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日本人は、</a:t>
            </a:r>
            <a:r>
              <a:rPr lang="en-US" altLang="ja-JP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/>
            </a:r>
            <a:br>
              <a:rPr lang="en-US" altLang="ja-JP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</a:br>
            <a:r>
              <a:rPr lang="ja-JP" altLang="en-US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どんな人と一緒に仕事がしたいと</a:t>
            </a:r>
            <a:r>
              <a:rPr lang="en-US" altLang="ja-JP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/>
            </a:r>
            <a:br>
              <a:rPr lang="en-US" altLang="ja-JP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</a:br>
            <a:r>
              <a:rPr lang="ja-JP" altLang="en-US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考えていると思いますか？</a:t>
            </a:r>
            <a:endParaRPr lang="en-US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5631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 bwMode="auto">
          <a:xfrm>
            <a:off x="251520" y="2204864"/>
            <a:ext cx="3960440" cy="1944216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ja-JP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S PGothic" pitchFamily="34" charset="-128"/>
                <a:ea typeface="MS PGothic" pitchFamily="34" charset="-128"/>
              </a:rPr>
              <a:t>日本の文化・習慣</a:t>
            </a:r>
            <a:endParaRPr lang="en-US" altLang="ja-JP" sz="2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2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ビジネスマナーを</a:t>
            </a:r>
            <a:endParaRPr lang="en-US" altLang="ja-JP" sz="2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2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理解している人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5" name="円/楕円 4"/>
          <p:cNvSpPr/>
          <p:nvPr/>
        </p:nvSpPr>
        <p:spPr bwMode="auto">
          <a:xfrm>
            <a:off x="4211960" y="3140968"/>
            <a:ext cx="4752528" cy="1944216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6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MS PGothic" pitchFamily="34" charset="-128"/>
                <a:ea typeface="MS PGothic" pitchFamily="34" charset="-128"/>
              </a:rPr>
              <a:t>素直な</a:t>
            </a:r>
            <a:r>
              <a:rPr kumimoji="0" lang="ja-JP" altLang="en-US" sz="5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S PGothic" pitchFamily="34" charset="-128"/>
                <a:ea typeface="MS PGothic" pitchFamily="34" charset="-128"/>
              </a:rPr>
              <a:t>人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6" name="タイトル 5"/>
          <p:cNvSpPr>
            <a:spLocks noGrp="1"/>
          </p:cNvSpPr>
          <p:nvPr>
            <p:ph type="ctrTitle"/>
          </p:nvPr>
        </p:nvSpPr>
        <p:spPr>
          <a:xfrm>
            <a:off x="685800" y="44624"/>
            <a:ext cx="7721600" cy="2016224"/>
          </a:xfrm>
          <a:solidFill>
            <a:srgbClr val="FFFFFF"/>
          </a:solidFill>
        </p:spPr>
        <p:txBody>
          <a:bodyPr/>
          <a:lstStyle/>
          <a:p>
            <a:r>
              <a:rPr lang="ja-JP" altLang="en-US" sz="4000" b="1" dirty="0">
                <a:latin typeface="MS PGothic" pitchFamily="34" charset="-128"/>
                <a:ea typeface="MS PGothic" pitchFamily="34" charset="-128"/>
              </a:rPr>
              <a:t>日本人は、</a:t>
            </a:r>
            <a:r>
              <a:rPr lang="en-US" altLang="ja-JP" sz="4000" b="1" dirty="0">
                <a:latin typeface="MS PGothic" pitchFamily="34" charset="-128"/>
                <a:ea typeface="MS PGothic" pitchFamily="34" charset="-128"/>
              </a:rPr>
              <a:t/>
            </a:r>
            <a:br>
              <a:rPr lang="en-US" altLang="ja-JP" sz="4000" b="1" dirty="0">
                <a:latin typeface="MS PGothic" pitchFamily="34" charset="-128"/>
                <a:ea typeface="MS PGothic" pitchFamily="34" charset="-128"/>
              </a:rPr>
            </a:br>
            <a:r>
              <a:rPr lang="ja-JP" altLang="en-US" sz="4000" b="1" dirty="0">
                <a:latin typeface="MS PGothic" pitchFamily="34" charset="-128"/>
                <a:ea typeface="MS PGothic" pitchFamily="34" charset="-128"/>
              </a:rPr>
              <a:t>どんな人と一緒に仕事がしたいと</a:t>
            </a:r>
            <a:r>
              <a:rPr lang="en-US" altLang="ja-JP" sz="4000" b="1" dirty="0">
                <a:latin typeface="MS PGothic" pitchFamily="34" charset="-128"/>
                <a:ea typeface="MS PGothic" pitchFamily="34" charset="-128"/>
              </a:rPr>
              <a:t/>
            </a:r>
            <a:br>
              <a:rPr lang="en-US" altLang="ja-JP" sz="4000" b="1" dirty="0">
                <a:latin typeface="MS PGothic" pitchFamily="34" charset="-128"/>
                <a:ea typeface="MS PGothic" pitchFamily="34" charset="-128"/>
              </a:rPr>
            </a:br>
            <a:r>
              <a:rPr lang="ja-JP" altLang="en-US" sz="4000" b="1" dirty="0">
                <a:latin typeface="MS PGothic" pitchFamily="34" charset="-128"/>
                <a:ea typeface="MS PGothic" pitchFamily="34" charset="-128"/>
              </a:rPr>
              <a:t>考えていますか？</a:t>
            </a:r>
            <a:endParaRPr lang="en-US" sz="4000" b="1" dirty="0"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7" name="角丸四角形 6"/>
          <p:cNvSpPr/>
          <p:nvPr/>
        </p:nvSpPr>
        <p:spPr bwMode="auto">
          <a:xfrm>
            <a:off x="899592" y="5373216"/>
            <a:ext cx="7416824" cy="1080120"/>
          </a:xfrm>
          <a:prstGeom prst="roundRect">
            <a:avLst/>
          </a:prstGeom>
          <a:solidFill>
            <a:srgbClr val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5400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MS PGothic" pitchFamily="34" charset="-128"/>
                <a:ea typeface="MS PGothic" pitchFamily="34" charset="-128"/>
              </a:rPr>
              <a:t>郷に入れば郷に従え</a:t>
            </a:r>
            <a:endParaRPr kumimoji="0" lang="en-US" sz="5400" b="1" i="0" u="none" strike="noStrike" cap="none" normalizeH="0" baseline="0" dirty="0">
              <a:ln>
                <a:noFill/>
              </a:ln>
              <a:solidFill>
                <a:srgbClr val="006600"/>
              </a:solidFill>
              <a:effectLst/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010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206500"/>
            <a:ext cx="7721600" cy="1143000"/>
          </a:xfrm>
        </p:spPr>
        <p:txBody>
          <a:bodyPr/>
          <a:lstStyle/>
          <a:p>
            <a:pPr eaLnBrk="1" hangingPunct="1"/>
            <a:r>
              <a:rPr lang="ja-JP" altLang="en-US" sz="4800" b="1" dirty="0">
                <a:ea typeface="ＭＳ Ｐゴシック" pitchFamily="50" charset="-128"/>
              </a:rPr>
              <a:t>仕事をする意味</a:t>
            </a: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95288" y="2779713"/>
            <a:ext cx="8458200" cy="2162175"/>
          </a:xfrm>
          <a:solidFill>
            <a:srgbClr val="FFFFFF"/>
          </a:solidFill>
        </p:spPr>
        <p:txBody>
          <a:bodyPr/>
          <a:lstStyle/>
          <a:p>
            <a:pPr algn="ctr" eaLnBrk="1" hangingPunct="1"/>
            <a:r>
              <a:rPr lang="ja-JP" altLang="en-US" sz="4000" dirty="0">
                <a:solidFill>
                  <a:srgbClr val="000000"/>
                </a:solidFill>
                <a:ea typeface="ＭＳ Ｐゴシック" pitchFamily="50" charset="-128"/>
              </a:rPr>
              <a:t>どうして働くのか？</a:t>
            </a:r>
          </a:p>
          <a:p>
            <a:pPr algn="ctr" eaLnBrk="1" hangingPunct="1"/>
            <a:endParaRPr lang="ja-JP" altLang="en-US" sz="1200" dirty="0">
              <a:solidFill>
                <a:srgbClr val="000000"/>
              </a:solidFill>
              <a:ea typeface="ＭＳ Ｐゴシック" pitchFamily="50" charset="-128"/>
            </a:endParaRPr>
          </a:p>
          <a:p>
            <a:pPr algn="ctr" eaLnBrk="1" hangingPunct="1"/>
            <a:r>
              <a:rPr lang="ja-JP" altLang="en-US" sz="4000" dirty="0">
                <a:solidFill>
                  <a:srgbClr val="000000"/>
                </a:solidFill>
                <a:ea typeface="ＭＳ Ｐゴシック" pitchFamily="50" charset="-128"/>
              </a:rPr>
              <a:t>何のために仕事をするのか？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26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624898"/>
            <a:ext cx="1800200" cy="2188478"/>
          </a:xfrm>
          <a:prstGeom prst="rect">
            <a:avLst/>
          </a:prstGeom>
        </p:spPr>
      </p:pic>
      <p:sp>
        <p:nvSpPr>
          <p:cNvPr id="3" name="角丸四角形 2"/>
          <p:cNvSpPr/>
          <p:nvPr/>
        </p:nvSpPr>
        <p:spPr>
          <a:xfrm>
            <a:off x="287524" y="2276872"/>
            <a:ext cx="8568952" cy="2016224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ベトナム人の皆さん</a:t>
            </a:r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は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どう考えていますか？</a:t>
            </a:r>
            <a:endParaRPr lang="en-US" sz="4800" b="1" dirty="0">
              <a:solidFill>
                <a:schemeClr val="tx1"/>
              </a:solidFill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647440" y="116632"/>
            <a:ext cx="7849120" cy="2162175"/>
          </a:xfrm>
          <a:prstGeom prst="rect">
            <a:avLst/>
          </a:prstGeom>
        </p:spPr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|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ja-JP" altLang="en-US" sz="4800" dirty="0">
                <a:solidFill>
                  <a:srgbClr val="000000"/>
                </a:solidFill>
                <a:ea typeface="ＭＳ Ｐゴシック" pitchFamily="50" charset="-128"/>
              </a:rPr>
              <a:t>どうして働くのか？</a:t>
            </a:r>
          </a:p>
          <a:p>
            <a:pPr marL="0" indent="0" algn="ctr" eaLnBrk="1" hangingPunct="1">
              <a:buNone/>
            </a:pPr>
            <a:r>
              <a:rPr lang="ja-JP" altLang="en-US" sz="4800" dirty="0">
                <a:solidFill>
                  <a:srgbClr val="000000"/>
                </a:solidFill>
                <a:ea typeface="ＭＳ Ｐゴシック" pitchFamily="50" charset="-128"/>
              </a:rPr>
              <a:t>何のために仕事をするのか？</a:t>
            </a:r>
          </a:p>
        </p:txBody>
      </p:sp>
    </p:spTree>
    <p:extLst>
      <p:ext uri="{BB962C8B-B14F-4D97-AF65-F5344CB8AC3E}">
        <p14:creationId xmlns:p14="http://schemas.microsoft.com/office/powerpoint/2010/main" val="269995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34938"/>
            <a:ext cx="8229600" cy="917575"/>
          </a:xfrm>
        </p:spPr>
        <p:txBody>
          <a:bodyPr/>
          <a:lstStyle/>
          <a:p>
            <a:pPr eaLnBrk="1" hangingPunct="1"/>
            <a:r>
              <a:rPr lang="ja-JP" altLang="en-US" sz="4800" b="1" dirty="0">
                <a:ea typeface="ＭＳ Ｐゴシック" pitchFamily="50" charset="-128"/>
              </a:rPr>
              <a:t>仕事をする意味</a:t>
            </a:r>
            <a:endParaRPr lang="ja-JP" altLang="en-US" sz="4800" b="1" dirty="0">
              <a:solidFill>
                <a:srgbClr val="800000"/>
              </a:solidFill>
              <a:ea typeface="ＭＳ Ｐゴシック" pitchFamily="50" charset="-128"/>
            </a:endParaRP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908175" y="981075"/>
            <a:ext cx="5256213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ja-JP" altLang="en-US" sz="4000" dirty="0">
                <a:solidFill>
                  <a:srgbClr val="800000"/>
                </a:solidFill>
                <a:ea typeface="ＭＳ Ｐゴシック" pitchFamily="50" charset="-128"/>
              </a:rPr>
              <a:t>～４つの視点～</a:t>
            </a:r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3708400" y="3357563"/>
            <a:ext cx="1512888" cy="1439862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ja-JP" altLang="en-US" sz="3600" b="1" dirty="0">
                <a:solidFill>
                  <a:schemeClr val="tx2"/>
                </a:solidFill>
                <a:ea typeface="ＭＳ Ｐゴシック" pitchFamily="50" charset="-128"/>
              </a:rPr>
              <a:t>仕事</a:t>
            </a:r>
          </a:p>
        </p:txBody>
      </p:sp>
      <p:grpSp>
        <p:nvGrpSpPr>
          <p:cNvPr id="15385" name="Group 25"/>
          <p:cNvGrpSpPr>
            <a:grpSpLocks/>
          </p:cNvGrpSpPr>
          <p:nvPr/>
        </p:nvGrpSpPr>
        <p:grpSpPr bwMode="auto">
          <a:xfrm>
            <a:off x="539750" y="1989138"/>
            <a:ext cx="3095625" cy="1871662"/>
            <a:chOff x="340" y="1253"/>
            <a:chExt cx="1950" cy="1179"/>
          </a:xfrm>
          <a:solidFill>
            <a:srgbClr val="FFFFFF"/>
          </a:solidFill>
        </p:grpSpPr>
        <p:sp>
          <p:nvSpPr>
            <p:cNvPr id="8207" name="AutoShape 13"/>
            <p:cNvSpPr>
              <a:spLocks noChangeArrowheads="1"/>
            </p:cNvSpPr>
            <p:nvPr/>
          </p:nvSpPr>
          <p:spPr bwMode="auto">
            <a:xfrm>
              <a:off x="340" y="1253"/>
              <a:ext cx="1678" cy="99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ja-JP" altLang="en-US" sz="3200" b="1" dirty="0">
                  <a:solidFill>
                    <a:srgbClr val="000000"/>
                  </a:solidFill>
                  <a:ea typeface="ＭＳ Ｐゴシック" pitchFamily="50" charset="-128"/>
                </a:rPr>
                <a:t>自分自身</a:t>
              </a:r>
            </a:p>
            <a:p>
              <a:pPr algn="ctr"/>
              <a:r>
                <a:rPr lang="ja-JP" altLang="en-US" sz="3200" b="1" dirty="0">
                  <a:solidFill>
                    <a:srgbClr val="000000"/>
                  </a:solidFill>
                  <a:ea typeface="ＭＳ Ｐゴシック" pitchFamily="50" charset="-128"/>
                </a:rPr>
                <a:t>（物質面）</a:t>
              </a:r>
            </a:p>
          </p:txBody>
        </p:sp>
        <p:sp>
          <p:nvSpPr>
            <p:cNvPr id="8208" name="AutoShape 21"/>
            <p:cNvSpPr>
              <a:spLocks noChangeArrowheads="1"/>
            </p:cNvSpPr>
            <p:nvPr/>
          </p:nvSpPr>
          <p:spPr bwMode="auto">
            <a:xfrm rot="-9302910">
              <a:off x="2018" y="2115"/>
              <a:ext cx="272" cy="317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5387" name="Group 27"/>
          <p:cNvGrpSpPr>
            <a:grpSpLocks/>
          </p:cNvGrpSpPr>
          <p:nvPr/>
        </p:nvGrpSpPr>
        <p:grpSpPr bwMode="auto">
          <a:xfrm>
            <a:off x="539750" y="4581525"/>
            <a:ext cx="3095625" cy="1871663"/>
            <a:chOff x="340" y="2886"/>
            <a:chExt cx="1950" cy="1179"/>
          </a:xfrm>
          <a:solidFill>
            <a:srgbClr val="FFFFFF"/>
          </a:solidFill>
        </p:grpSpPr>
        <p:sp>
          <p:nvSpPr>
            <p:cNvPr id="8205" name="AutoShape 18"/>
            <p:cNvSpPr>
              <a:spLocks noChangeArrowheads="1"/>
            </p:cNvSpPr>
            <p:nvPr/>
          </p:nvSpPr>
          <p:spPr bwMode="auto">
            <a:xfrm>
              <a:off x="340" y="3067"/>
              <a:ext cx="1678" cy="99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ja-JP" altLang="en-US" sz="3200" b="1" dirty="0">
                  <a:solidFill>
                    <a:srgbClr val="000000"/>
                  </a:solidFill>
                  <a:ea typeface="ＭＳ Ｐゴシック" pitchFamily="50" charset="-128"/>
                </a:rPr>
                <a:t>他者への貢献</a:t>
              </a:r>
            </a:p>
          </p:txBody>
        </p:sp>
        <p:sp>
          <p:nvSpPr>
            <p:cNvPr id="8206" name="AutoShape 22"/>
            <p:cNvSpPr>
              <a:spLocks noChangeArrowheads="1"/>
            </p:cNvSpPr>
            <p:nvPr/>
          </p:nvSpPr>
          <p:spPr bwMode="auto">
            <a:xfrm rot="9209852">
              <a:off x="2018" y="2886"/>
              <a:ext cx="272" cy="317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5386" name="Group 26"/>
          <p:cNvGrpSpPr>
            <a:grpSpLocks/>
          </p:cNvGrpSpPr>
          <p:nvPr/>
        </p:nvGrpSpPr>
        <p:grpSpPr bwMode="auto">
          <a:xfrm>
            <a:off x="5292725" y="1989138"/>
            <a:ext cx="3095625" cy="1871662"/>
            <a:chOff x="3334" y="1253"/>
            <a:chExt cx="1950" cy="1179"/>
          </a:xfrm>
          <a:solidFill>
            <a:srgbClr val="FFFFFF"/>
          </a:solidFill>
        </p:grpSpPr>
        <p:sp>
          <p:nvSpPr>
            <p:cNvPr id="8203" name="AutoShape 17"/>
            <p:cNvSpPr>
              <a:spLocks noChangeArrowheads="1"/>
            </p:cNvSpPr>
            <p:nvPr/>
          </p:nvSpPr>
          <p:spPr bwMode="auto">
            <a:xfrm>
              <a:off x="3606" y="1253"/>
              <a:ext cx="1678" cy="99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ja-JP" altLang="en-US" sz="3200" b="1" dirty="0">
                  <a:solidFill>
                    <a:srgbClr val="000000"/>
                  </a:solidFill>
                  <a:ea typeface="ＭＳ Ｐゴシック" pitchFamily="50" charset="-128"/>
                </a:rPr>
                <a:t>自分自身</a:t>
              </a:r>
            </a:p>
            <a:p>
              <a:pPr algn="ctr"/>
              <a:r>
                <a:rPr lang="ja-JP" altLang="en-US" sz="3200" b="1" dirty="0">
                  <a:solidFill>
                    <a:srgbClr val="000000"/>
                  </a:solidFill>
                  <a:ea typeface="ＭＳ Ｐゴシック" pitchFamily="50" charset="-128"/>
                </a:rPr>
                <a:t>（精神面）</a:t>
              </a:r>
            </a:p>
          </p:txBody>
        </p:sp>
        <p:sp>
          <p:nvSpPr>
            <p:cNvPr id="8204" name="AutoShape 23"/>
            <p:cNvSpPr>
              <a:spLocks noChangeArrowheads="1"/>
            </p:cNvSpPr>
            <p:nvPr/>
          </p:nvSpPr>
          <p:spPr bwMode="auto">
            <a:xfrm rot="-880128">
              <a:off x="3334" y="2115"/>
              <a:ext cx="272" cy="317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5388" name="Group 28"/>
          <p:cNvGrpSpPr>
            <a:grpSpLocks/>
          </p:cNvGrpSpPr>
          <p:nvPr/>
        </p:nvGrpSpPr>
        <p:grpSpPr bwMode="auto">
          <a:xfrm>
            <a:off x="5292725" y="4581525"/>
            <a:ext cx="3167063" cy="1871663"/>
            <a:chOff x="3334" y="2886"/>
            <a:chExt cx="1995" cy="1179"/>
          </a:xfrm>
          <a:solidFill>
            <a:srgbClr val="FFFFFF"/>
          </a:solidFill>
        </p:grpSpPr>
        <p:sp>
          <p:nvSpPr>
            <p:cNvPr id="8201" name="AutoShape 19"/>
            <p:cNvSpPr>
              <a:spLocks noChangeArrowheads="1"/>
            </p:cNvSpPr>
            <p:nvPr/>
          </p:nvSpPr>
          <p:spPr bwMode="auto">
            <a:xfrm>
              <a:off x="3651" y="3067"/>
              <a:ext cx="1678" cy="99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ja-JP" altLang="en-US" sz="3200" b="1" dirty="0">
                  <a:solidFill>
                    <a:srgbClr val="000000"/>
                  </a:solidFill>
                  <a:ea typeface="ＭＳ Ｐゴシック" pitchFamily="50" charset="-128"/>
                </a:rPr>
                <a:t>社会への貢献</a:t>
              </a:r>
            </a:p>
          </p:txBody>
        </p:sp>
        <p:sp>
          <p:nvSpPr>
            <p:cNvPr id="8202" name="AutoShape 24"/>
            <p:cNvSpPr>
              <a:spLocks noChangeArrowheads="1"/>
            </p:cNvSpPr>
            <p:nvPr/>
          </p:nvSpPr>
          <p:spPr bwMode="auto">
            <a:xfrm rot="1653594">
              <a:off x="3334" y="2886"/>
              <a:ext cx="272" cy="317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1538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1538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  <p:bldP spid="1536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980728"/>
            <a:ext cx="7721600" cy="2223120"/>
          </a:xfrm>
        </p:spPr>
        <p:txBody>
          <a:bodyPr/>
          <a:lstStyle/>
          <a:p>
            <a:pPr eaLnBrk="1" hangingPunct="1"/>
            <a:r>
              <a:rPr lang="en-US" altLang="ja-JP" sz="6600" b="1" dirty="0">
                <a:solidFill>
                  <a:srgbClr val="C00000"/>
                </a:solidFill>
                <a:ea typeface="ＭＳ Ｐゴシック" pitchFamily="50" charset="-128"/>
              </a:rPr>
              <a:t>“</a:t>
            </a:r>
            <a:r>
              <a:rPr lang="ja-JP" altLang="en-US" sz="6600" b="1" dirty="0">
                <a:solidFill>
                  <a:srgbClr val="C00000"/>
                </a:solidFill>
                <a:ea typeface="ＭＳ Ｐゴシック" pitchFamily="50" charset="-128"/>
              </a:rPr>
              <a:t>やりがい”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88913"/>
            <a:ext cx="7721600" cy="1143000"/>
          </a:xfrm>
        </p:spPr>
        <p:txBody>
          <a:bodyPr/>
          <a:lstStyle/>
          <a:p>
            <a:pPr eaLnBrk="1" hangingPunct="1"/>
            <a:r>
              <a:rPr lang="en-US" altLang="ja-JP" sz="4800" b="1" dirty="0">
                <a:ea typeface="ＭＳ Ｐゴシック" pitchFamily="50" charset="-128"/>
              </a:rPr>
              <a:t>“</a:t>
            </a:r>
            <a:r>
              <a:rPr lang="ja-JP" altLang="en-US" sz="4800" b="1" dirty="0">
                <a:ea typeface="ＭＳ Ｐゴシック" pitchFamily="50" charset="-128"/>
              </a:rPr>
              <a:t>やりがい”とは？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413" y="1412875"/>
            <a:ext cx="8893175" cy="5040313"/>
          </a:xfrm>
          <a:solidFill>
            <a:srgbClr val="FFFFFF"/>
          </a:solidFill>
        </p:spPr>
        <p:txBody>
          <a:bodyPr/>
          <a:lstStyle/>
          <a:p>
            <a:pPr algn="l" eaLnBrk="1" hangingPunct="1"/>
            <a:r>
              <a:rPr lang="en-US" altLang="ja-JP" dirty="0">
                <a:solidFill>
                  <a:srgbClr val="000000"/>
                </a:solidFill>
                <a:ea typeface="ＭＳ Ｐゴシック" pitchFamily="50" charset="-128"/>
              </a:rPr>
              <a:t>&lt;</a:t>
            </a:r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大辞泉</a:t>
            </a:r>
            <a:r>
              <a:rPr lang="en-US" altLang="ja-JP" dirty="0">
                <a:solidFill>
                  <a:srgbClr val="000000"/>
                </a:solidFill>
                <a:ea typeface="ＭＳ Ｐゴシック" pitchFamily="50" charset="-128"/>
              </a:rPr>
              <a:t>&gt;</a:t>
            </a:r>
          </a:p>
          <a:p>
            <a:pPr algn="l" eaLnBrk="1" hangingPunct="1"/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そのことをするだけの価値と、それにともなう気持ちの張り。やり甲斐。</a:t>
            </a:r>
            <a:endParaRPr lang="en-US" altLang="ja-JP" dirty="0">
              <a:solidFill>
                <a:srgbClr val="000000"/>
              </a:solidFill>
              <a:ea typeface="ＭＳ Ｐゴシック" pitchFamily="50" charset="-128"/>
            </a:endParaRPr>
          </a:p>
          <a:p>
            <a:pPr algn="l" eaLnBrk="1" hangingPunct="1"/>
            <a:r>
              <a:rPr lang="en-US" altLang="ja-JP" dirty="0">
                <a:solidFill>
                  <a:srgbClr val="000000"/>
                </a:solidFill>
                <a:ea typeface="ＭＳ Ｐゴシック" pitchFamily="50" charset="-128"/>
              </a:rPr>
              <a:t>&lt;</a:t>
            </a:r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はてなキーワード</a:t>
            </a:r>
            <a:r>
              <a:rPr lang="en-US" altLang="ja-JP" dirty="0">
                <a:solidFill>
                  <a:srgbClr val="000000"/>
                </a:solidFill>
                <a:ea typeface="ＭＳ Ｐゴシック" pitchFamily="50" charset="-128"/>
              </a:rPr>
              <a:t>&gt;</a:t>
            </a:r>
          </a:p>
          <a:p>
            <a:pPr algn="l" eaLnBrk="1" hangingPunct="1"/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仕事をするに当たっての張り合い。</a:t>
            </a:r>
          </a:p>
          <a:p>
            <a:pPr algn="l" eaLnBrk="1" hangingPunct="1"/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モチベーション（</a:t>
            </a:r>
            <a:r>
              <a:rPr lang="en-US" altLang="ja-JP" dirty="0">
                <a:solidFill>
                  <a:srgbClr val="000000"/>
                </a:solidFill>
                <a:ea typeface="ＭＳ Ｐゴシック" pitchFamily="50" charset="-128"/>
              </a:rPr>
              <a:t>Motivation</a:t>
            </a:r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）</a:t>
            </a:r>
          </a:p>
          <a:p>
            <a:pPr algn="l" eaLnBrk="1" hangingPunct="1"/>
            <a:r>
              <a:rPr lang="en-US" altLang="ja-JP" dirty="0">
                <a:solidFill>
                  <a:srgbClr val="000000"/>
                </a:solidFill>
                <a:ea typeface="ＭＳ Ｐゴシック" pitchFamily="50" charset="-128"/>
              </a:rPr>
              <a:t>&lt;</a:t>
            </a:r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英訳</a:t>
            </a:r>
            <a:r>
              <a:rPr lang="en-US" altLang="ja-JP" dirty="0">
                <a:solidFill>
                  <a:srgbClr val="000000"/>
                </a:solidFill>
                <a:ea typeface="ＭＳ Ｐゴシック" pitchFamily="50" charset="-128"/>
              </a:rPr>
              <a:t>&gt;</a:t>
            </a:r>
          </a:p>
          <a:p>
            <a:pPr algn="l" eaLnBrk="1" hangingPunct="1"/>
            <a:r>
              <a:rPr lang="ja-JP" altLang="en-US" dirty="0">
                <a:solidFill>
                  <a:srgbClr val="000000"/>
                </a:solidFill>
                <a:ea typeface="ＭＳ Ｐゴシック" pitchFamily="50" charset="-128"/>
              </a:rPr>
              <a:t>やりがいのある仕事＝</a:t>
            </a:r>
            <a:r>
              <a:rPr lang="en-US" altLang="ja-JP" b="1" dirty="0">
                <a:solidFill>
                  <a:srgbClr val="000000"/>
                </a:solidFill>
                <a:ea typeface="ＭＳ Ｐゴシック" pitchFamily="50" charset="-128"/>
              </a:rPr>
              <a:t>Work WORTH DOING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0485">
                                            <p:bg/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34938"/>
            <a:ext cx="8229600" cy="917575"/>
          </a:xfrm>
        </p:spPr>
        <p:txBody>
          <a:bodyPr/>
          <a:lstStyle/>
          <a:p>
            <a:pPr eaLnBrk="1" hangingPunct="1"/>
            <a:r>
              <a:rPr lang="ja-JP" altLang="en-US" sz="4800" b="1" dirty="0">
                <a:ea typeface="ＭＳ Ｐゴシック" pitchFamily="50" charset="-128"/>
              </a:rPr>
              <a:t>仕事をする意味</a:t>
            </a:r>
            <a:endParaRPr lang="ja-JP" altLang="en-US" sz="4800" b="1" dirty="0">
              <a:solidFill>
                <a:srgbClr val="800000"/>
              </a:solidFill>
              <a:ea typeface="ＭＳ Ｐゴシック" pitchFamily="50" charset="-128"/>
            </a:endParaRP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908175" y="981075"/>
            <a:ext cx="5256213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ja-JP" altLang="en-US" sz="4000">
                <a:solidFill>
                  <a:srgbClr val="800000"/>
                </a:solidFill>
                <a:ea typeface="ＭＳ Ｐゴシック" pitchFamily="50" charset="-128"/>
              </a:rPr>
              <a:t>～４つの視点～</a:t>
            </a:r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3708400" y="3357563"/>
            <a:ext cx="1512888" cy="1439862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ja-JP" altLang="en-US" sz="3600" b="1" dirty="0">
                <a:solidFill>
                  <a:schemeClr val="tx2"/>
                </a:solidFill>
                <a:ea typeface="ＭＳ Ｐゴシック" pitchFamily="50" charset="-128"/>
              </a:rPr>
              <a:t>仕事</a:t>
            </a:r>
          </a:p>
        </p:txBody>
      </p:sp>
      <p:grpSp>
        <p:nvGrpSpPr>
          <p:cNvPr id="15385" name="Group 25"/>
          <p:cNvGrpSpPr>
            <a:grpSpLocks/>
          </p:cNvGrpSpPr>
          <p:nvPr/>
        </p:nvGrpSpPr>
        <p:grpSpPr bwMode="auto">
          <a:xfrm>
            <a:off x="539750" y="1989138"/>
            <a:ext cx="3095625" cy="1871662"/>
            <a:chOff x="340" y="1253"/>
            <a:chExt cx="1950" cy="1179"/>
          </a:xfrm>
          <a:solidFill>
            <a:srgbClr val="FFFFFF"/>
          </a:solidFill>
        </p:grpSpPr>
        <p:sp>
          <p:nvSpPr>
            <p:cNvPr id="8207" name="AutoShape 13"/>
            <p:cNvSpPr>
              <a:spLocks noChangeArrowheads="1"/>
            </p:cNvSpPr>
            <p:nvPr/>
          </p:nvSpPr>
          <p:spPr bwMode="auto">
            <a:xfrm>
              <a:off x="340" y="1253"/>
              <a:ext cx="1678" cy="99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ja-JP" altLang="en-US" sz="3200" b="1">
                  <a:solidFill>
                    <a:srgbClr val="000000"/>
                  </a:solidFill>
                  <a:ea typeface="ＭＳ Ｐゴシック" pitchFamily="50" charset="-128"/>
                </a:rPr>
                <a:t>自分自身</a:t>
              </a:r>
            </a:p>
            <a:p>
              <a:pPr algn="ctr"/>
              <a:r>
                <a:rPr lang="ja-JP" altLang="en-US" sz="3200" b="1">
                  <a:solidFill>
                    <a:srgbClr val="000000"/>
                  </a:solidFill>
                  <a:ea typeface="ＭＳ Ｐゴシック" pitchFamily="50" charset="-128"/>
                </a:rPr>
                <a:t>（物質面）</a:t>
              </a:r>
            </a:p>
          </p:txBody>
        </p:sp>
        <p:sp>
          <p:nvSpPr>
            <p:cNvPr id="8208" name="AutoShape 21"/>
            <p:cNvSpPr>
              <a:spLocks noChangeArrowheads="1"/>
            </p:cNvSpPr>
            <p:nvPr/>
          </p:nvSpPr>
          <p:spPr bwMode="auto">
            <a:xfrm rot="-9302910">
              <a:off x="2018" y="2115"/>
              <a:ext cx="272" cy="317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5387" name="Group 27"/>
          <p:cNvGrpSpPr>
            <a:grpSpLocks/>
          </p:cNvGrpSpPr>
          <p:nvPr/>
        </p:nvGrpSpPr>
        <p:grpSpPr bwMode="auto">
          <a:xfrm>
            <a:off x="539750" y="4581525"/>
            <a:ext cx="3095625" cy="1871663"/>
            <a:chOff x="340" y="2886"/>
            <a:chExt cx="1950" cy="1179"/>
          </a:xfrm>
          <a:solidFill>
            <a:srgbClr val="FFFFFF"/>
          </a:solidFill>
        </p:grpSpPr>
        <p:sp>
          <p:nvSpPr>
            <p:cNvPr id="8205" name="AutoShape 18"/>
            <p:cNvSpPr>
              <a:spLocks noChangeArrowheads="1"/>
            </p:cNvSpPr>
            <p:nvPr/>
          </p:nvSpPr>
          <p:spPr bwMode="auto">
            <a:xfrm>
              <a:off x="340" y="3067"/>
              <a:ext cx="1678" cy="99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ja-JP" altLang="en-US" sz="3200" b="1">
                  <a:solidFill>
                    <a:srgbClr val="000000"/>
                  </a:solidFill>
                  <a:ea typeface="ＭＳ Ｐゴシック" pitchFamily="50" charset="-128"/>
                </a:rPr>
                <a:t>他者への貢献</a:t>
              </a:r>
            </a:p>
          </p:txBody>
        </p:sp>
        <p:sp>
          <p:nvSpPr>
            <p:cNvPr id="8206" name="AutoShape 22"/>
            <p:cNvSpPr>
              <a:spLocks noChangeArrowheads="1"/>
            </p:cNvSpPr>
            <p:nvPr/>
          </p:nvSpPr>
          <p:spPr bwMode="auto">
            <a:xfrm rot="9209852">
              <a:off x="2018" y="2886"/>
              <a:ext cx="272" cy="317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5386" name="Group 26"/>
          <p:cNvGrpSpPr>
            <a:grpSpLocks/>
          </p:cNvGrpSpPr>
          <p:nvPr/>
        </p:nvGrpSpPr>
        <p:grpSpPr bwMode="auto">
          <a:xfrm>
            <a:off x="5292725" y="1989138"/>
            <a:ext cx="3095625" cy="1871662"/>
            <a:chOff x="3334" y="1253"/>
            <a:chExt cx="1950" cy="1179"/>
          </a:xfrm>
          <a:solidFill>
            <a:srgbClr val="FFFFFF"/>
          </a:solidFill>
        </p:grpSpPr>
        <p:sp>
          <p:nvSpPr>
            <p:cNvPr id="8203" name="AutoShape 17"/>
            <p:cNvSpPr>
              <a:spLocks noChangeArrowheads="1"/>
            </p:cNvSpPr>
            <p:nvPr/>
          </p:nvSpPr>
          <p:spPr bwMode="auto">
            <a:xfrm>
              <a:off x="3606" y="1253"/>
              <a:ext cx="1678" cy="99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ja-JP" altLang="en-US" sz="3200" b="1">
                  <a:solidFill>
                    <a:srgbClr val="000000"/>
                  </a:solidFill>
                  <a:ea typeface="ＭＳ Ｐゴシック" pitchFamily="50" charset="-128"/>
                </a:rPr>
                <a:t>自分自身</a:t>
              </a:r>
            </a:p>
            <a:p>
              <a:pPr algn="ctr"/>
              <a:r>
                <a:rPr lang="ja-JP" altLang="en-US" sz="3200" b="1">
                  <a:solidFill>
                    <a:srgbClr val="000000"/>
                  </a:solidFill>
                  <a:ea typeface="ＭＳ Ｐゴシック" pitchFamily="50" charset="-128"/>
                </a:rPr>
                <a:t>（精神面）</a:t>
              </a:r>
            </a:p>
          </p:txBody>
        </p:sp>
        <p:sp>
          <p:nvSpPr>
            <p:cNvPr id="8204" name="AutoShape 23"/>
            <p:cNvSpPr>
              <a:spLocks noChangeArrowheads="1"/>
            </p:cNvSpPr>
            <p:nvPr/>
          </p:nvSpPr>
          <p:spPr bwMode="auto">
            <a:xfrm rot="-880128">
              <a:off x="3334" y="2115"/>
              <a:ext cx="272" cy="317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5388" name="Group 28"/>
          <p:cNvGrpSpPr>
            <a:grpSpLocks/>
          </p:cNvGrpSpPr>
          <p:nvPr/>
        </p:nvGrpSpPr>
        <p:grpSpPr bwMode="auto">
          <a:xfrm>
            <a:off x="5292725" y="4581525"/>
            <a:ext cx="3167063" cy="1871663"/>
            <a:chOff x="3334" y="2886"/>
            <a:chExt cx="1995" cy="1179"/>
          </a:xfrm>
          <a:solidFill>
            <a:srgbClr val="FFFFFF"/>
          </a:solidFill>
        </p:grpSpPr>
        <p:sp>
          <p:nvSpPr>
            <p:cNvPr id="8201" name="AutoShape 19"/>
            <p:cNvSpPr>
              <a:spLocks noChangeArrowheads="1"/>
            </p:cNvSpPr>
            <p:nvPr/>
          </p:nvSpPr>
          <p:spPr bwMode="auto">
            <a:xfrm>
              <a:off x="3651" y="3067"/>
              <a:ext cx="1678" cy="99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ja-JP" altLang="en-US" sz="3200" b="1">
                  <a:solidFill>
                    <a:srgbClr val="000000"/>
                  </a:solidFill>
                  <a:ea typeface="ＭＳ Ｐゴシック" pitchFamily="50" charset="-128"/>
                </a:rPr>
                <a:t>社会への貢献</a:t>
              </a:r>
            </a:p>
          </p:txBody>
        </p:sp>
        <p:sp>
          <p:nvSpPr>
            <p:cNvPr id="8202" name="AutoShape 24"/>
            <p:cNvSpPr>
              <a:spLocks noChangeArrowheads="1"/>
            </p:cNvSpPr>
            <p:nvPr/>
          </p:nvSpPr>
          <p:spPr bwMode="auto">
            <a:xfrm rot="1653594">
              <a:off x="3334" y="2886"/>
              <a:ext cx="272" cy="317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9" name="ドーナツ 18"/>
          <p:cNvSpPr/>
          <p:nvPr/>
        </p:nvSpPr>
        <p:spPr bwMode="auto">
          <a:xfrm>
            <a:off x="5292080" y="1556792"/>
            <a:ext cx="3475908" cy="2375199"/>
          </a:xfrm>
          <a:prstGeom prst="donut">
            <a:avLst>
              <a:gd name="adj" fmla="val 9662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ドーナツ 19"/>
          <p:cNvSpPr/>
          <p:nvPr/>
        </p:nvSpPr>
        <p:spPr bwMode="auto">
          <a:xfrm>
            <a:off x="87980" y="4437112"/>
            <a:ext cx="3475908" cy="2375199"/>
          </a:xfrm>
          <a:prstGeom prst="donut">
            <a:avLst>
              <a:gd name="adj" fmla="val 9662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ドーナツ 20"/>
          <p:cNvSpPr/>
          <p:nvPr/>
        </p:nvSpPr>
        <p:spPr bwMode="auto">
          <a:xfrm>
            <a:off x="5344564" y="4437112"/>
            <a:ext cx="3475908" cy="2375199"/>
          </a:xfrm>
          <a:prstGeom prst="donut">
            <a:avLst>
              <a:gd name="adj" fmla="val 9662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58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/>
          <p:cNvSpPr/>
          <p:nvPr/>
        </p:nvSpPr>
        <p:spPr>
          <a:xfrm>
            <a:off x="161510" y="692696"/>
            <a:ext cx="8820980" cy="4896544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「どうしてこの会社で</a:t>
            </a:r>
            <a:endParaRPr lang="en-US" altLang="ja-JP" sz="4800" b="1" dirty="0">
              <a:solidFill>
                <a:srgbClr val="C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働きたいですか？」</a:t>
            </a:r>
            <a:endParaRPr lang="en-US" altLang="ja-JP" sz="4800" b="1" dirty="0">
              <a:solidFill>
                <a:srgbClr val="C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と聞かれたら</a:t>
            </a: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この３つの視点から考えて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どう</a:t>
            </a:r>
            <a:r>
              <a:rPr lang="ja-JP" altLang="en-US" sz="4800" b="1" u="sng" dirty="0">
                <a:solidFill>
                  <a:srgbClr val="0070C0"/>
                </a:solidFill>
                <a:latin typeface="MS PGothic" pitchFamily="34" charset="-128"/>
                <a:ea typeface="MS PGothic" pitchFamily="34" charset="-128"/>
              </a:rPr>
              <a:t>やりがいを感じているか</a:t>
            </a:r>
            <a:endParaRPr lang="en-US" altLang="ja-JP" sz="4800" b="1" u="sng" dirty="0">
              <a:solidFill>
                <a:srgbClr val="0070C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説明しましょう！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6863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133872"/>
            <a:ext cx="8229600" cy="1143000"/>
          </a:xfrm>
        </p:spPr>
        <p:txBody>
          <a:bodyPr/>
          <a:lstStyle/>
          <a:p>
            <a:r>
              <a:rPr lang="ja-JP" altLang="en-US" dirty="0">
                <a:latin typeface="MS PGothic" pitchFamily="34" charset="-128"/>
                <a:ea typeface="MS PGothic" pitchFamily="34" charset="-128"/>
              </a:rPr>
              <a:t>日本人にとっては・・・</a:t>
            </a:r>
            <a:endParaRPr lang="en-US" dirty="0"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3" name="タイトル 1"/>
          <p:cNvSpPr txBox="1">
            <a:spLocks/>
          </p:cNvSpPr>
          <p:nvPr/>
        </p:nvSpPr>
        <p:spPr bwMode="auto">
          <a:xfrm>
            <a:off x="1547664" y="2924944"/>
            <a:ext cx="209019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ja-JP" altLang="en-US" sz="4800" b="1" dirty="0">
                <a:latin typeface="MS PGothic" pitchFamily="34" charset="-128"/>
                <a:ea typeface="MS PGothic" pitchFamily="34" charset="-128"/>
              </a:rPr>
              <a:t>お金</a:t>
            </a:r>
            <a:endParaRPr lang="en-US" sz="4800" b="1" dirty="0"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4" name="タイトル 1"/>
          <p:cNvSpPr txBox="1">
            <a:spLocks/>
          </p:cNvSpPr>
          <p:nvPr/>
        </p:nvSpPr>
        <p:spPr bwMode="auto">
          <a:xfrm>
            <a:off x="3059832" y="2924944"/>
            <a:ext cx="2016224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ja-JP" altLang="en-US" sz="10000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＜</a:t>
            </a:r>
            <a:endParaRPr lang="en-US" sz="10000" dirty="0"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5" name="タイトル 1"/>
          <p:cNvSpPr txBox="1">
            <a:spLocks/>
          </p:cNvSpPr>
          <p:nvPr/>
        </p:nvSpPr>
        <p:spPr bwMode="auto">
          <a:xfrm>
            <a:off x="4716016" y="2934072"/>
            <a:ext cx="331236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ja-JP" altLang="en-US" sz="6000" b="1" dirty="0">
                <a:latin typeface="MS PGothic" pitchFamily="34" charset="-128"/>
                <a:ea typeface="MS PGothic" pitchFamily="34" charset="-128"/>
              </a:rPr>
              <a:t>やりがい</a:t>
            </a:r>
            <a:endParaRPr lang="en-US" sz="6000" b="1" dirty="0"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014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5421"/>
            <a:ext cx="8229600" cy="1061491"/>
          </a:xfrm>
        </p:spPr>
        <p:txBody>
          <a:bodyPr/>
          <a:lstStyle/>
          <a:p>
            <a:pPr eaLnBrk="1" hangingPunct="1"/>
            <a:r>
              <a:rPr lang="ja-JP" altLang="en-US" b="1" dirty="0">
                <a:ea typeface="ＭＳ Ｐゴシック" pitchFamily="50" charset="-128"/>
              </a:rPr>
              <a:t>会社を辞めたいと思ったら？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539552" y="2636912"/>
            <a:ext cx="8229600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ja-JP" altLang="en-US" b="1" dirty="0">
                <a:ea typeface="ＭＳ Ｐゴシック" pitchFamily="50" charset="-128"/>
              </a:rPr>
              <a:t>他に条件のいい会社があったら？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20837"/>
            <a:ext cx="7721600" cy="1223987"/>
          </a:xfrm>
        </p:spPr>
        <p:txBody>
          <a:bodyPr/>
          <a:lstStyle/>
          <a:p>
            <a:pPr eaLnBrk="1" hangingPunct="1"/>
            <a:r>
              <a:rPr lang="ja-JP" altLang="en-US" b="1" dirty="0">
                <a:ea typeface="ＭＳ Ｐゴシック" pitchFamily="50" charset="-128"/>
              </a:rPr>
              <a:t>多くの会社で働いた経験がある</a:t>
            </a:r>
            <a:endParaRPr lang="ja-JP" altLang="en-US" b="1" dirty="0">
              <a:solidFill>
                <a:srgbClr val="800000"/>
              </a:solidFill>
              <a:ea typeface="ＭＳ Ｐゴシック" pitchFamily="50" charset="-128"/>
            </a:endParaRP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9388" y="2420888"/>
            <a:ext cx="8856662" cy="3096344"/>
          </a:xfrm>
        </p:spPr>
        <p:txBody>
          <a:bodyPr/>
          <a:lstStyle/>
          <a:p>
            <a:pPr algn="ctr" eaLnBrk="1" hangingPunct="1"/>
            <a:r>
              <a:rPr lang="ja-JP" altLang="en-US" sz="4800" b="1" dirty="0">
                <a:ea typeface="ＭＳ Ｐゴシック" pitchFamily="50" charset="-128"/>
              </a:rPr>
              <a:t>↓</a:t>
            </a:r>
          </a:p>
          <a:p>
            <a:pPr algn="ctr" eaLnBrk="1" hangingPunct="1"/>
            <a:r>
              <a:rPr lang="ja-JP" altLang="en-US" sz="4000" b="1" dirty="0">
                <a:solidFill>
                  <a:srgbClr val="800000"/>
                </a:solidFill>
                <a:ea typeface="ＭＳ Ｐゴシック" pitchFamily="50" charset="-128"/>
              </a:rPr>
              <a:t>日本人にとって、</a:t>
            </a:r>
            <a:endParaRPr lang="en-US" altLang="ja-JP" sz="4000" b="1" dirty="0">
              <a:solidFill>
                <a:srgbClr val="800000"/>
              </a:solidFill>
              <a:ea typeface="ＭＳ Ｐゴシック" pitchFamily="50" charset="-128"/>
            </a:endParaRPr>
          </a:p>
          <a:p>
            <a:pPr algn="ctr" eaLnBrk="1" hangingPunct="1"/>
            <a:r>
              <a:rPr lang="ja-JP" altLang="en-US" sz="4000" b="1" dirty="0">
                <a:solidFill>
                  <a:srgbClr val="800000"/>
                </a:solidFill>
                <a:ea typeface="ＭＳ Ｐゴシック" pitchFamily="50" charset="-128"/>
              </a:rPr>
              <a:t>どちらの方が評価が高いですか？</a:t>
            </a:r>
            <a:endParaRPr lang="en-US" altLang="ja-JP" sz="4000" b="1" dirty="0">
              <a:solidFill>
                <a:srgbClr val="800000"/>
              </a:solidFill>
              <a:ea typeface="ＭＳ Ｐゴシック" pitchFamily="50" charset="-128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3568" y="1772643"/>
            <a:ext cx="7721600" cy="1080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ja-JP" altLang="en-US" b="1" dirty="0">
                <a:ea typeface="ＭＳ Ｐゴシック" pitchFamily="50" charset="-128"/>
              </a:rPr>
              <a:t>１つの会社で長く働いている</a:t>
            </a:r>
            <a:endParaRPr lang="ja-JP" altLang="en-US" b="1" dirty="0">
              <a:solidFill>
                <a:srgbClr val="800000"/>
              </a:solidFill>
              <a:ea typeface="ＭＳ Ｐゴシック" pitchFamily="50" charset="-128"/>
            </a:endParaRPr>
          </a:p>
        </p:txBody>
      </p:sp>
      <p:sp>
        <p:nvSpPr>
          <p:cNvPr id="5" name="ドーナツ 4"/>
          <p:cNvSpPr/>
          <p:nvPr/>
        </p:nvSpPr>
        <p:spPr bwMode="auto">
          <a:xfrm>
            <a:off x="395536" y="1628800"/>
            <a:ext cx="8424936" cy="1368325"/>
          </a:xfrm>
          <a:prstGeom prst="donut">
            <a:avLst>
              <a:gd name="adj" fmla="val 9662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39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/>
      <p:bldP spid="4" grpId="0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11213" y="764704"/>
            <a:ext cx="7721600" cy="2016224"/>
          </a:xfrm>
        </p:spPr>
        <p:txBody>
          <a:bodyPr/>
          <a:lstStyle/>
          <a:p>
            <a:pPr eaLnBrk="1" hangingPunct="1"/>
            <a:r>
              <a:rPr lang="ja-JP" altLang="en-US" sz="5400" b="1" dirty="0">
                <a:solidFill>
                  <a:srgbClr val="800000"/>
                </a:solidFill>
                <a:ea typeface="ＭＳ Ｐゴシック" pitchFamily="50" charset="-128"/>
              </a:rPr>
              <a:t>最低３年間</a:t>
            </a:r>
            <a:r>
              <a:rPr lang="ja-JP" altLang="en-US" sz="5400" b="1" dirty="0">
                <a:ea typeface="ＭＳ Ｐゴシック" pitchFamily="50" charset="-128"/>
              </a:rPr>
              <a:t>は、</a:t>
            </a:r>
            <a:br>
              <a:rPr lang="ja-JP" altLang="en-US" sz="5400" b="1" dirty="0">
                <a:ea typeface="ＭＳ Ｐゴシック" pitchFamily="50" charset="-128"/>
              </a:rPr>
            </a:br>
            <a:r>
              <a:rPr lang="ja-JP" altLang="en-US" sz="5400" b="1" dirty="0">
                <a:ea typeface="ＭＳ Ｐゴシック" pitchFamily="50" charset="-128"/>
              </a:rPr>
              <a:t>同じ会社で働きましょう！</a:t>
            </a:r>
          </a:p>
        </p:txBody>
      </p:sp>
      <p:sp>
        <p:nvSpPr>
          <p:cNvPr id="3" name="角丸四角形 2"/>
          <p:cNvSpPr/>
          <p:nvPr/>
        </p:nvSpPr>
        <p:spPr bwMode="auto">
          <a:xfrm>
            <a:off x="1007604" y="3645024"/>
            <a:ext cx="7128792" cy="216024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4200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MS PGothic" pitchFamily="34" charset="-128"/>
                <a:ea typeface="MS PGothic" pitchFamily="34" charset="-128"/>
              </a:rPr>
              <a:t>相手の立場に立って考える</a:t>
            </a:r>
            <a:r>
              <a:rPr kumimoji="0" lang="ja-JP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PGothic" pitchFamily="34" charset="-128"/>
                <a:ea typeface="MS PGothic" pitchFamily="34" charset="-128"/>
              </a:rPr>
              <a:t>と</a:t>
            </a:r>
            <a:endParaRPr kumimoji="0" lang="en-US" altLang="ja-JP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S PGothic" pitchFamily="34" charset="-128"/>
              <a:ea typeface="MS PGothic" pitchFamily="34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36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自分がどうするべきか</a:t>
            </a:r>
            <a:endParaRPr lang="en-US" altLang="ja-JP" sz="36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36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自然に分かります！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S PGothic" pitchFamily="34" charset="-128"/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/>
          <p:cNvSpPr/>
          <p:nvPr/>
        </p:nvSpPr>
        <p:spPr>
          <a:xfrm>
            <a:off x="971600" y="1340768"/>
            <a:ext cx="7812868" cy="1656184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考えてみましょう！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861048"/>
            <a:ext cx="2304256" cy="27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55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33" y="1700808"/>
            <a:ext cx="8392135" cy="5040559"/>
          </a:xfrm>
          <a:prstGeom prst="rect">
            <a:avLst/>
          </a:prstGeom>
        </p:spPr>
      </p:pic>
      <p:sp>
        <p:nvSpPr>
          <p:cNvPr id="4" name="角丸四角形 3"/>
          <p:cNvSpPr/>
          <p:nvPr/>
        </p:nvSpPr>
        <p:spPr>
          <a:xfrm>
            <a:off x="1025606" y="332656"/>
            <a:ext cx="7092788" cy="1080120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本屋さんのアルバイト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6412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364" y="4116551"/>
            <a:ext cx="2159124" cy="2624817"/>
          </a:xfrm>
          <a:prstGeom prst="rect">
            <a:avLst/>
          </a:prstGeom>
        </p:spPr>
      </p:pic>
      <p:sp>
        <p:nvSpPr>
          <p:cNvPr id="3" name="角丸四角形 2"/>
          <p:cNvSpPr/>
          <p:nvPr/>
        </p:nvSpPr>
        <p:spPr>
          <a:xfrm>
            <a:off x="215516" y="404664"/>
            <a:ext cx="8712968" cy="3024336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１０人が面接を受けて、</a:t>
            </a:r>
            <a:endParaRPr lang="en-US" altLang="ja-JP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400" b="1" u="sng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合格したのは１人だけ</a:t>
            </a:r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でした。</a:t>
            </a:r>
            <a:endParaRPr lang="en-US" altLang="ja-JP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どうして、この１人は</a:t>
            </a:r>
            <a:endParaRPr lang="en-US" altLang="ja-JP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合格できたと思いますか？</a:t>
            </a:r>
            <a:endParaRPr lang="en-US" altLang="ja-JP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6570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33" y="1700808"/>
            <a:ext cx="8392135" cy="5040559"/>
          </a:xfrm>
          <a:prstGeom prst="rect">
            <a:avLst/>
          </a:prstGeom>
        </p:spPr>
      </p:pic>
      <p:sp>
        <p:nvSpPr>
          <p:cNvPr id="4" name="角丸四角形 3"/>
          <p:cNvSpPr/>
          <p:nvPr/>
        </p:nvSpPr>
        <p:spPr>
          <a:xfrm>
            <a:off x="1025606" y="332656"/>
            <a:ext cx="7092788" cy="1080120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本屋さんのアルバイト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631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/>
          <p:cNvSpPr/>
          <p:nvPr/>
        </p:nvSpPr>
        <p:spPr>
          <a:xfrm>
            <a:off x="341530" y="1124744"/>
            <a:ext cx="8460940" cy="1872208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「お給料はいくらですか？」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と</a:t>
            </a:r>
            <a:r>
              <a:rPr lang="ja-JP" altLang="en-US" sz="54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聞かなかった</a:t>
            </a:r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からです！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861048"/>
            <a:ext cx="2304256" cy="27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7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133872"/>
            <a:ext cx="8229600" cy="1143000"/>
          </a:xfrm>
        </p:spPr>
        <p:txBody>
          <a:bodyPr/>
          <a:lstStyle/>
          <a:p>
            <a:r>
              <a:rPr lang="ja-JP" altLang="en-US" sz="5400" b="1" dirty="0">
                <a:latin typeface="MS PGothic" pitchFamily="34" charset="-128"/>
                <a:ea typeface="MS PGothic" pitchFamily="34" charset="-128"/>
              </a:rPr>
              <a:t>日本人にとっては・・・</a:t>
            </a:r>
            <a:endParaRPr lang="en-US" sz="5400" b="1" dirty="0"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3" name="タイトル 1"/>
          <p:cNvSpPr txBox="1">
            <a:spLocks/>
          </p:cNvSpPr>
          <p:nvPr/>
        </p:nvSpPr>
        <p:spPr bwMode="auto">
          <a:xfrm>
            <a:off x="1547664" y="2924944"/>
            <a:ext cx="209019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ja-JP" altLang="en-US" sz="4800" b="1" dirty="0">
                <a:latin typeface="MS PGothic" pitchFamily="34" charset="-128"/>
                <a:ea typeface="MS PGothic" pitchFamily="34" charset="-128"/>
              </a:rPr>
              <a:t>お金</a:t>
            </a:r>
            <a:endParaRPr lang="en-US" sz="4800" b="1" dirty="0"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4" name="タイトル 1"/>
          <p:cNvSpPr txBox="1">
            <a:spLocks/>
          </p:cNvSpPr>
          <p:nvPr/>
        </p:nvSpPr>
        <p:spPr bwMode="auto">
          <a:xfrm>
            <a:off x="3059832" y="2924944"/>
            <a:ext cx="2016224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ja-JP" altLang="en-US" sz="10000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＜</a:t>
            </a:r>
            <a:endParaRPr lang="en-US" sz="10000" dirty="0"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5" name="タイトル 1"/>
          <p:cNvSpPr txBox="1">
            <a:spLocks/>
          </p:cNvSpPr>
          <p:nvPr/>
        </p:nvSpPr>
        <p:spPr bwMode="auto">
          <a:xfrm>
            <a:off x="4716016" y="2934072"/>
            <a:ext cx="331236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ja-JP" altLang="en-US" sz="6000" b="1" dirty="0">
                <a:latin typeface="MS PGothic" pitchFamily="34" charset="-128"/>
                <a:ea typeface="MS PGothic" pitchFamily="34" charset="-128"/>
              </a:rPr>
              <a:t>やりがい</a:t>
            </a:r>
            <a:endParaRPr lang="en-US" sz="6000" b="1" dirty="0"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023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20688"/>
            <a:ext cx="4211298" cy="3888432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768926"/>
            <a:ext cx="3744416" cy="39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5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/>
          <p:cNvSpPr/>
          <p:nvPr/>
        </p:nvSpPr>
        <p:spPr>
          <a:xfrm>
            <a:off x="341530" y="188640"/>
            <a:ext cx="8460940" cy="3456384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もちろんお金は必要ですが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「お金！」「お金！」と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はっきり言われると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日本人は</a:t>
            </a:r>
            <a:r>
              <a:rPr lang="ja-JP" altLang="en-US" sz="54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ビックリ</a:t>
            </a:r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します。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76261"/>
            <a:ext cx="2304256" cy="27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3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364" y="4116551"/>
            <a:ext cx="2159124" cy="2624817"/>
          </a:xfrm>
          <a:prstGeom prst="rect">
            <a:avLst/>
          </a:prstGeom>
        </p:spPr>
      </p:pic>
      <p:sp>
        <p:nvSpPr>
          <p:cNvPr id="3" name="角丸四角形 2"/>
          <p:cNvSpPr/>
          <p:nvPr/>
        </p:nvSpPr>
        <p:spPr>
          <a:xfrm>
            <a:off x="53752" y="404664"/>
            <a:ext cx="9036496" cy="3024336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日本の会社の面接で</a:t>
            </a:r>
            <a:endParaRPr lang="en-US" altLang="ja-JP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4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「お給料はいくらほしいですか」</a:t>
            </a:r>
            <a:endParaRPr lang="en-US" altLang="ja-JP" sz="4400" b="1" dirty="0">
              <a:solidFill>
                <a:srgbClr val="C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と聞かれたら</a:t>
            </a:r>
            <a:endParaRPr lang="en-US" altLang="ja-JP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4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何と答えますか？</a:t>
            </a:r>
            <a:endParaRPr lang="en-US" altLang="ja-JP" sz="44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1344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/>
          <p:cNvSpPr/>
          <p:nvPr/>
        </p:nvSpPr>
        <p:spPr>
          <a:xfrm>
            <a:off x="341530" y="764704"/>
            <a:ext cx="8460940" cy="2592288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最初から具体的な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お金の話はしない</a:t>
            </a:r>
            <a:endParaRPr lang="en-US" altLang="ja-JP" sz="4800" b="1" dirty="0">
              <a:solidFill>
                <a:srgbClr val="C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方がいいです！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76261"/>
            <a:ext cx="2304256" cy="27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6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224" y="3672408"/>
            <a:ext cx="2148272" cy="3068960"/>
          </a:xfrm>
          <a:prstGeom prst="rect">
            <a:avLst/>
          </a:prstGeom>
        </p:spPr>
      </p:pic>
      <p:sp>
        <p:nvSpPr>
          <p:cNvPr id="5" name="雲形吹き出し 4"/>
          <p:cNvSpPr/>
          <p:nvPr/>
        </p:nvSpPr>
        <p:spPr bwMode="auto">
          <a:xfrm>
            <a:off x="83976" y="332656"/>
            <a:ext cx="8952520" cy="3528392"/>
          </a:xfrm>
          <a:prstGeom prst="cloudCallout">
            <a:avLst>
              <a:gd name="adj1" fmla="val 24376"/>
              <a:gd name="adj2" fmla="val 71841"/>
            </a:avLst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4000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私は日本語もまだまだで</a:t>
            </a:r>
            <a:r>
              <a:rPr kumimoji="0" lang="ja-JP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S PGothic" pitchFamily="34" charset="-128"/>
                <a:ea typeface="MS PGothic" pitchFamily="34" charset="-128"/>
              </a:rPr>
              <a:t>経験もありません。</a:t>
            </a:r>
            <a:endParaRPr kumimoji="0" lang="en-US" altLang="ja-JP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S PGothic" pitchFamily="34" charset="-128"/>
              <a:ea typeface="MS PGothic" pitchFamily="34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4000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まずは仕事を</a:t>
            </a:r>
            <a:endParaRPr lang="en-US" altLang="ja-JP" sz="4000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S PGothic" pitchFamily="34" charset="-128"/>
                <a:ea typeface="MS PGothic" pitchFamily="34" charset="-128"/>
              </a:rPr>
              <a:t>頑張りたいです！</a:t>
            </a:r>
          </a:p>
        </p:txBody>
      </p:sp>
    </p:spTree>
    <p:extLst>
      <p:ext uri="{BB962C8B-B14F-4D97-AF65-F5344CB8AC3E}">
        <p14:creationId xmlns:p14="http://schemas.microsoft.com/office/powerpoint/2010/main" val="15396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224" y="3672408"/>
            <a:ext cx="2148272" cy="3068960"/>
          </a:xfrm>
          <a:prstGeom prst="rect">
            <a:avLst/>
          </a:prstGeom>
        </p:spPr>
      </p:pic>
      <p:sp>
        <p:nvSpPr>
          <p:cNvPr id="5" name="雲形吹き出し 4"/>
          <p:cNvSpPr/>
          <p:nvPr/>
        </p:nvSpPr>
        <p:spPr bwMode="auto">
          <a:xfrm>
            <a:off x="83976" y="332656"/>
            <a:ext cx="8952520" cy="3528392"/>
          </a:xfrm>
          <a:prstGeom prst="cloudCallout">
            <a:avLst>
              <a:gd name="adj1" fmla="val 24376"/>
              <a:gd name="adj2" fmla="val 71841"/>
            </a:avLst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4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S PGothic" pitchFamily="34" charset="-128"/>
                <a:ea typeface="MS PGothic" pitchFamily="34" charset="-128"/>
              </a:rPr>
              <a:t>御社のルールに</a:t>
            </a:r>
            <a:endParaRPr kumimoji="0" lang="en-US" altLang="ja-JP" sz="4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S PGothic" pitchFamily="34" charset="-128"/>
              <a:ea typeface="MS PGothic" pitchFamily="34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従います！</a:t>
            </a:r>
            <a:endParaRPr kumimoji="0" lang="ja-JP" altLang="en-US" sz="4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020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/>
          <p:cNvSpPr/>
          <p:nvPr/>
        </p:nvSpPr>
        <p:spPr>
          <a:xfrm>
            <a:off x="341530" y="836712"/>
            <a:ext cx="8460940" cy="2376264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これが日本人の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感じ方・考え方</a:t>
            </a:r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です！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76261"/>
            <a:ext cx="2304256" cy="27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1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/>
          <p:cNvSpPr/>
          <p:nvPr/>
        </p:nvSpPr>
        <p:spPr>
          <a:xfrm>
            <a:off x="341530" y="836712"/>
            <a:ext cx="8460940" cy="2376264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日本が正しい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ベトナムが間違えている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76261"/>
            <a:ext cx="2304256" cy="2765107"/>
          </a:xfrm>
          <a:prstGeom prst="rect">
            <a:avLst/>
          </a:prstGeom>
        </p:spPr>
      </p:pic>
      <p:sp>
        <p:nvSpPr>
          <p:cNvPr id="2" name="乗算記号 1"/>
          <p:cNvSpPr/>
          <p:nvPr/>
        </p:nvSpPr>
        <p:spPr bwMode="auto">
          <a:xfrm>
            <a:off x="-180528" y="2708920"/>
            <a:ext cx="10873208" cy="360040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89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/>
          <p:cNvSpPr/>
          <p:nvPr/>
        </p:nvSpPr>
        <p:spPr>
          <a:xfrm>
            <a:off x="341530" y="908720"/>
            <a:ext cx="8460940" cy="2376264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400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日本が変</a:t>
            </a:r>
            <a:endParaRPr lang="en-US" altLang="ja-JP" sz="5400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5400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日本人はおかしい</a:t>
            </a:r>
            <a:endParaRPr lang="en-US" altLang="ja-JP" sz="5400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76261"/>
            <a:ext cx="2304256" cy="2765107"/>
          </a:xfrm>
          <a:prstGeom prst="rect">
            <a:avLst/>
          </a:prstGeom>
        </p:spPr>
      </p:pic>
      <p:sp>
        <p:nvSpPr>
          <p:cNvPr id="2" name="乗算記号 1"/>
          <p:cNvSpPr/>
          <p:nvPr/>
        </p:nvSpPr>
        <p:spPr bwMode="auto">
          <a:xfrm>
            <a:off x="179512" y="2375320"/>
            <a:ext cx="10873208" cy="360040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9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224" y="3672408"/>
            <a:ext cx="2148272" cy="3068960"/>
          </a:xfrm>
          <a:prstGeom prst="rect">
            <a:avLst/>
          </a:prstGeom>
        </p:spPr>
      </p:pic>
      <p:sp>
        <p:nvSpPr>
          <p:cNvPr id="5" name="雲形吹き出し 4"/>
          <p:cNvSpPr/>
          <p:nvPr/>
        </p:nvSpPr>
        <p:spPr bwMode="auto">
          <a:xfrm>
            <a:off x="83976" y="332656"/>
            <a:ext cx="8952520" cy="3528392"/>
          </a:xfrm>
          <a:prstGeom prst="cloudCallout">
            <a:avLst>
              <a:gd name="adj1" fmla="val 24376"/>
              <a:gd name="adj2" fmla="val 71841"/>
            </a:avLst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5400" b="1" dirty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SAO KỲ VẬY???</a:t>
            </a:r>
            <a:endParaRPr kumimoji="0" lang="ja-JP" altLang="en-US" sz="5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乗算記号 3"/>
          <p:cNvSpPr/>
          <p:nvPr/>
        </p:nvSpPr>
        <p:spPr bwMode="auto">
          <a:xfrm>
            <a:off x="-1260648" y="2060848"/>
            <a:ext cx="10873208" cy="360040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58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/>
          <p:cNvSpPr/>
          <p:nvPr/>
        </p:nvSpPr>
        <p:spPr>
          <a:xfrm>
            <a:off x="341530" y="836712"/>
            <a:ext cx="8460940" cy="2376264"/>
          </a:xfrm>
          <a:prstGeom prst="roundRect">
            <a:avLst/>
          </a:prstGeom>
          <a:solidFill>
            <a:srgbClr val="FFFFFF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文化・習慣・考え方が</a:t>
            </a:r>
            <a:endParaRPr lang="en-US" altLang="ja-JP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algn="ctr"/>
            <a:r>
              <a:rPr lang="ja-JP" altLang="en-US" sz="72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違う</a:t>
            </a:r>
            <a:r>
              <a:rPr lang="ja-JP" altLang="en-US" sz="4800" b="1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だけです！</a:t>
            </a:r>
            <a:endParaRPr lang="en-US" sz="4800" b="1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76261"/>
            <a:ext cx="2304256" cy="27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5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393907"/>
            <a:ext cx="2016224" cy="2419469"/>
          </a:xfrm>
          <a:prstGeom prst="rect">
            <a:avLst/>
          </a:prstGeom>
        </p:spPr>
      </p:pic>
      <p:sp>
        <p:nvSpPr>
          <p:cNvPr id="4" name="雲 3"/>
          <p:cNvSpPr/>
          <p:nvPr/>
        </p:nvSpPr>
        <p:spPr bwMode="auto">
          <a:xfrm>
            <a:off x="755576" y="44624"/>
            <a:ext cx="8352928" cy="5589240"/>
          </a:xfrm>
          <a:prstGeom prst="cloud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S PGothic" pitchFamily="34" charset="-128"/>
                <a:ea typeface="MS PGothic" pitchFamily="34" charset="-128"/>
              </a:rPr>
              <a:t>大切なことは</a:t>
            </a:r>
            <a:endParaRPr kumimoji="0" lang="en-US" altLang="ja-JP" sz="4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S PGothic" pitchFamily="34" charset="-128"/>
              <a:ea typeface="MS PGothic" pitchFamily="34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4800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日本とベトナムの</a:t>
            </a:r>
            <a:endParaRPr lang="en-US" altLang="ja-JP" sz="4800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4800" b="1" dirty="0">
                <a:solidFill>
                  <a:srgbClr val="C00000"/>
                </a:solidFill>
                <a:latin typeface="MS PGothic" pitchFamily="34" charset="-128"/>
                <a:ea typeface="MS PGothic" pitchFamily="34" charset="-128"/>
              </a:rPr>
              <a:t>違いを理解</a:t>
            </a:r>
            <a:r>
              <a:rPr lang="ja-JP" altLang="en-US" sz="4800" dirty="0">
                <a:solidFill>
                  <a:srgbClr val="000000"/>
                </a:solidFill>
                <a:latin typeface="MS PGothic" pitchFamily="34" charset="-128"/>
                <a:ea typeface="MS PGothic" pitchFamily="34" charset="-128"/>
              </a:rPr>
              <a:t>して</a:t>
            </a:r>
            <a:endParaRPr lang="en-US" altLang="ja-JP" sz="4800" dirty="0">
              <a:solidFill>
                <a:srgbClr val="000000"/>
              </a:solidFill>
              <a:latin typeface="MS PGothic" pitchFamily="34" charset="-128"/>
              <a:ea typeface="MS PGothic" pitchFamily="34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4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MS PGothic" pitchFamily="34" charset="-128"/>
                <a:ea typeface="MS PGothic" pitchFamily="34" charset="-128"/>
              </a:rPr>
              <a:t>適切に行動する</a:t>
            </a:r>
            <a:r>
              <a:rPr kumimoji="0" lang="ja-JP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S PGothic" pitchFamily="34" charset="-128"/>
                <a:ea typeface="MS PGothic" pitchFamily="34" charset="-128"/>
              </a:rPr>
              <a:t>こと</a:t>
            </a:r>
            <a:endParaRPr kumimoji="0" lang="en-US" sz="4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9131558"/>
      </p:ext>
    </p:extLst>
  </p:cSld>
  <p:clrMapOvr>
    <a:masterClrMapping/>
  </p:clrMapOvr>
</p:sld>
</file>

<file path=ppt/theme/theme1.xml><?xml version="1.0" encoding="utf-8"?>
<a:theme xmlns:a="http://schemas.openxmlformats.org/drawingml/2006/main" name="kyoto">
  <a:themeElements>
    <a:clrScheme name="kyoto 2">
      <a:dk1>
        <a:srgbClr val="57472B"/>
      </a:dk1>
      <a:lt1>
        <a:srgbClr val="CCECFF"/>
      </a:lt1>
      <a:dk2>
        <a:srgbClr val="003366"/>
      </a:dk2>
      <a:lt2>
        <a:srgbClr val="AB967D"/>
      </a:lt2>
      <a:accent1>
        <a:srgbClr val="FFCCCC"/>
      </a:accent1>
      <a:accent2>
        <a:srgbClr val="D8B38E"/>
      </a:accent2>
      <a:accent3>
        <a:srgbClr val="E2F4FF"/>
      </a:accent3>
      <a:accent4>
        <a:srgbClr val="493B23"/>
      </a:accent4>
      <a:accent5>
        <a:srgbClr val="FFE2E2"/>
      </a:accent5>
      <a:accent6>
        <a:srgbClr val="C4A280"/>
      </a:accent6>
      <a:hlink>
        <a:srgbClr val="CCCCFF"/>
      </a:hlink>
      <a:folHlink>
        <a:srgbClr val="FFCC99"/>
      </a:folHlink>
    </a:clrScheme>
    <a:fontScheme name="kyot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kyoto 1">
        <a:dk1>
          <a:srgbClr val="000000"/>
        </a:dk1>
        <a:lt1>
          <a:srgbClr val="FFFFFF"/>
        </a:lt1>
        <a:dk2>
          <a:srgbClr val="000099"/>
        </a:dk2>
        <a:lt2>
          <a:srgbClr val="FFFFCC"/>
        </a:lt2>
        <a:accent1>
          <a:srgbClr val="D5AC63"/>
        </a:accent1>
        <a:accent2>
          <a:srgbClr val="500050"/>
        </a:accent2>
        <a:accent3>
          <a:srgbClr val="AAAACA"/>
        </a:accent3>
        <a:accent4>
          <a:srgbClr val="DADADA"/>
        </a:accent4>
        <a:accent5>
          <a:srgbClr val="E7D2B7"/>
        </a:accent5>
        <a:accent6>
          <a:srgbClr val="480048"/>
        </a:accent6>
        <a:hlink>
          <a:srgbClr val="8FA850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yoto 2">
        <a:dk1>
          <a:srgbClr val="57472B"/>
        </a:dk1>
        <a:lt1>
          <a:srgbClr val="CCECFF"/>
        </a:lt1>
        <a:dk2>
          <a:srgbClr val="003366"/>
        </a:dk2>
        <a:lt2>
          <a:srgbClr val="AB967D"/>
        </a:lt2>
        <a:accent1>
          <a:srgbClr val="FFCCCC"/>
        </a:accent1>
        <a:accent2>
          <a:srgbClr val="D8B38E"/>
        </a:accent2>
        <a:accent3>
          <a:srgbClr val="E2F4FF"/>
        </a:accent3>
        <a:accent4>
          <a:srgbClr val="493B23"/>
        </a:accent4>
        <a:accent5>
          <a:srgbClr val="FFE2E2"/>
        </a:accent5>
        <a:accent6>
          <a:srgbClr val="C4A280"/>
        </a:accent6>
        <a:hlink>
          <a:srgbClr val="CCCCFF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ot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oto 4">
        <a:dk1>
          <a:srgbClr val="000000"/>
        </a:dk1>
        <a:lt1>
          <a:srgbClr val="003399"/>
        </a:lt1>
        <a:dk2>
          <a:srgbClr val="FFFFFF"/>
        </a:dk2>
        <a:lt2>
          <a:srgbClr val="5E553C"/>
        </a:lt2>
        <a:accent1>
          <a:srgbClr val="FFCCCC"/>
        </a:accent1>
        <a:accent2>
          <a:srgbClr val="D0A34A"/>
        </a:accent2>
        <a:accent3>
          <a:srgbClr val="AAADCA"/>
        </a:accent3>
        <a:accent4>
          <a:srgbClr val="000000"/>
        </a:accent4>
        <a:accent5>
          <a:srgbClr val="FFE2E2"/>
        </a:accent5>
        <a:accent6>
          <a:srgbClr val="BC9342"/>
        </a:accent6>
        <a:hlink>
          <a:srgbClr val="CCCC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KYOTO</Template>
  <TotalTime>4705</TotalTime>
  <Words>1079</Words>
  <Application>Microsoft Office PowerPoint</Application>
  <PresentationFormat>On-screen Show (4:3)</PresentationFormat>
  <Paragraphs>139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 Unicode MS</vt:lpstr>
      <vt:lpstr>ＭＳ Ｐゴシック</vt:lpstr>
      <vt:lpstr>ＭＳ Ｐゴシック</vt:lpstr>
      <vt:lpstr>Times New Roman</vt:lpstr>
      <vt:lpstr>Wingdings</vt:lpstr>
      <vt:lpstr>kyoto</vt:lpstr>
      <vt:lpstr>オフィス業務</vt:lpstr>
      <vt:lpstr>主な授業内容</vt:lpstr>
      <vt:lpstr>PowerPoint Presentation</vt:lpstr>
      <vt:lpstr>PowerPoint Presentation</vt:lpstr>
      <vt:lpstr>＜授業の目的＞</vt:lpstr>
      <vt:lpstr>企業実習評価表のコメント</vt:lpstr>
      <vt:lpstr>PowerPoint Presentation</vt:lpstr>
      <vt:lpstr>＜授業の目的＞</vt:lpstr>
      <vt:lpstr>PowerPoint Presentation</vt:lpstr>
      <vt:lpstr>PowerPoint Presentation</vt:lpstr>
      <vt:lpstr>PowerPoint Presentation</vt:lpstr>
      <vt:lpstr>PowerPoint Presentation</vt:lpstr>
      <vt:lpstr>日本人は、 どんな人と一緒に仕事がしたいと 考えていると思いますか？</vt:lpstr>
      <vt:lpstr>日本人は、 どんな人と一緒に仕事がしたいと 考えていますか？</vt:lpstr>
      <vt:lpstr>仕事をする意味</vt:lpstr>
      <vt:lpstr>PowerPoint Presentation</vt:lpstr>
      <vt:lpstr>仕事をする意味</vt:lpstr>
      <vt:lpstr>“やりがい”</vt:lpstr>
      <vt:lpstr>“やりがい”とは？</vt:lpstr>
      <vt:lpstr>仕事をする意味</vt:lpstr>
      <vt:lpstr>PowerPoint Presentation</vt:lpstr>
      <vt:lpstr>日本人にとっては・・・</vt:lpstr>
      <vt:lpstr>会社を辞めたいと思ったら？</vt:lpstr>
      <vt:lpstr>多くの会社で働いた経験がある</vt:lpstr>
      <vt:lpstr>最低３年間は、 同じ会社で働きましょう！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日本人にとっては・・・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Nghiệp Vụ Văn Phòng</dc:title>
  <dc:creator>Chisato</dc:creator>
  <cp:lastModifiedBy>TNC</cp:lastModifiedBy>
  <cp:revision>462</cp:revision>
  <dcterms:created xsi:type="dcterms:W3CDTF">2011-08-29T01:49:14Z</dcterms:created>
  <dcterms:modified xsi:type="dcterms:W3CDTF">2025-07-18T04:33:26Z</dcterms:modified>
</cp:coreProperties>
</file>