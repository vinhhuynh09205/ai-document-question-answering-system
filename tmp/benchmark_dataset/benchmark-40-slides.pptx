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note 1: operational benchmark guidance for enterprise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note 2: operational benchmark guidance for enterprise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note 3: operational benchmark guidance for enterprise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note 4: operational benchmark guidance for enterprise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note 5: operational benchmark guidance for enterprise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note 6: operational benchmark guidance for enterprise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note 7: operational benchmark guidance for enterprise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note 8: operational benchmark guidance for enterprise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note 9: operational benchmark guidance for enterprise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note 10: operational benchmark guidance for enterprise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note 11: operational benchmark guidance for enterprise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note 12: operational benchmark guidance for enterprise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note 13: operational benchmark guidance for enterprise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note 14: operational benchmark guidance for enterprise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note 15: operational benchmark guidance for enterprise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note 16: operational benchmark guidance for enterprise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note 17: operational benchmark guidance for enterprise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note 18: operational benchmark guidance for enterprise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note 19: operational benchmark guidance for enterprise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note 20: operational benchmark guidance for enterprise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note 21: operational benchmark guidance for enterprise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note 22: operational benchmark guidance for enterprise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note 23: operational benchmark guidance for enterprise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note 24: operational benchmark guidance for enterprise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note 25: operational benchmark guidance for enterprise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note 26: operational benchmark guidance for enterprise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note 27: operational benchmark guidance for enterprise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note 28: operational benchmark guidance for enterprise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note 29: operational benchmark guidance for enterprise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note 30: operational benchmark guidance for enterprise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note 31: operational benchmark guidance for enterprise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note 32: operational benchmark guidance for enterprise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note 33: operational benchmark guidance for enterprise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note 34: operational benchmark guidance for enterprise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note 35: operational benchmark guidance for enterprise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note 36: operational benchmark guidance for enterprise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note 37: operational benchmark guidance for enterprise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note 38: operational benchmark guidance for enterprise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note 39: operational benchmark guidance for enterprise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note 40: operational benchmark guidance for enterprise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1: Retrieval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Hybrid search combines vector semantics and lexical matching.</a:t>
            </a:r>
          </a:p>
          <a:p>
            <a:r>
              <a:t>Metadata hints improve document-type targeting.</a:t>
            </a:r>
          </a:p>
          <a:p>
            <a:r>
              <a:t>Reranking promotes coherent section-level evidence.</a:t>
            </a:r>
          </a:p>
          <a:p>
            <a:r>
              <a:t>Context compression reduces token waste before generation.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2: Retrieval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Hybrid search combines vector semantics and lexical matching.</a:t>
            </a:r>
          </a:p>
          <a:p>
            <a:r>
              <a:t>Metadata hints improve document-type targeting.</a:t>
            </a:r>
          </a:p>
          <a:p>
            <a:r>
              <a:t>Reranking promotes coherent section-level evidence.</a:t>
            </a:r>
          </a:p>
          <a:p>
            <a:r>
              <a:t>Context compression reduces token waste before generation.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3: Retrieval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Hybrid search combines vector semantics and lexical matching.</a:t>
            </a:r>
          </a:p>
          <a:p>
            <a:r>
              <a:t>Metadata hints improve document-type targeting.</a:t>
            </a:r>
          </a:p>
          <a:p>
            <a:r>
              <a:t>Reranking promotes coherent section-level evidence.</a:t>
            </a:r>
          </a:p>
          <a:p>
            <a:r>
              <a:t>Context compression reduces token waste before generation.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4: Retrieval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Hybrid search combines vector semantics and lexical matching.</a:t>
            </a:r>
          </a:p>
          <a:p>
            <a:r>
              <a:t>Metadata hints improve document-type targeting.</a:t>
            </a:r>
          </a:p>
          <a:p>
            <a:r>
              <a:t>Reranking promotes coherent section-level evidence.</a:t>
            </a:r>
          </a:p>
          <a:p>
            <a:r>
              <a:t>Context compression reduces token waste before generation.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5: Retrieval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Hybrid search combines vector semantics and lexical matching.</a:t>
            </a:r>
          </a:p>
          <a:p>
            <a:r>
              <a:t>Metadata hints improve document-type targeting.</a:t>
            </a:r>
          </a:p>
          <a:p>
            <a:r>
              <a:t>Reranking promotes coherent section-level evidence.</a:t>
            </a:r>
          </a:p>
          <a:p>
            <a:r>
              <a:t>Context compression reduces token waste before generation.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6: Retrieval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Hybrid search combines vector semantics and lexical matching.</a:t>
            </a:r>
          </a:p>
          <a:p>
            <a:r>
              <a:t>Metadata hints improve document-type targeting.</a:t>
            </a:r>
          </a:p>
          <a:p>
            <a:r>
              <a:t>Reranking promotes coherent section-level evidence.</a:t>
            </a:r>
          </a:p>
          <a:p>
            <a:r>
              <a:t>Context compression reduces token waste before generation.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7: Retrieval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Hybrid search combines vector semantics and lexical matching.</a:t>
            </a:r>
          </a:p>
          <a:p>
            <a:r>
              <a:t>Metadata hints improve document-type targeting.</a:t>
            </a:r>
          </a:p>
          <a:p>
            <a:r>
              <a:t>Reranking promotes coherent section-level evidence.</a:t>
            </a:r>
          </a:p>
          <a:p>
            <a:r>
              <a:t>Context compression reduces token waste before generation.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8: Retrieval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Hybrid search combines vector semantics and lexical matching.</a:t>
            </a:r>
          </a:p>
          <a:p>
            <a:r>
              <a:t>Metadata hints improve document-type targeting.</a:t>
            </a:r>
          </a:p>
          <a:p>
            <a:r>
              <a:t>Reranking promotes coherent section-level evidence.</a:t>
            </a:r>
          </a:p>
          <a:p>
            <a:r>
              <a:t>Context compression reduces token waste before generation.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9: Retrieval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Hybrid search combines vector semantics and lexical matching.</a:t>
            </a:r>
          </a:p>
          <a:p>
            <a:r>
              <a:t>Metadata hints improve document-type targeting.</a:t>
            </a:r>
          </a:p>
          <a:p>
            <a:r>
              <a:t>Reranking promotes coherent section-level evidence.</a:t>
            </a:r>
          </a:p>
          <a:p>
            <a:r>
              <a:t>Context compression reduces token waste before generation.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10: Retrieval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Hybrid search combines vector semantics and lexical matching.</a:t>
            </a:r>
          </a:p>
          <a:p>
            <a:r>
              <a:t>Metadata hints improve document-type targeting.</a:t>
            </a:r>
          </a:p>
          <a:p>
            <a:r>
              <a:t>Reranking promotes coherent section-level evidence.</a:t>
            </a:r>
          </a:p>
          <a:p>
            <a:r>
              <a:t>Context compression reduces token waste before generation.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11: Retrieval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Hybrid search combines vector semantics and lexical matching.</a:t>
            </a:r>
          </a:p>
          <a:p>
            <a:r>
              <a:t>Metadata hints improve document-type targeting.</a:t>
            </a:r>
          </a:p>
          <a:p>
            <a:r>
              <a:t>Reranking promotes coherent section-level evidence.</a:t>
            </a:r>
          </a:p>
          <a:p>
            <a:r>
              <a:t>Context compression reduces token waste before generation.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12: Retrieval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Hybrid search combines vector semantics and lexical matching.</a:t>
            </a:r>
          </a:p>
          <a:p>
            <a:r>
              <a:t>Metadata hints improve document-type targeting.</a:t>
            </a:r>
          </a:p>
          <a:p>
            <a:r>
              <a:t>Reranking promotes coherent section-level evidence.</a:t>
            </a:r>
          </a:p>
          <a:p>
            <a:r>
              <a:t>Context compression reduces token waste before generation.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13: Retrieval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Hybrid search combines vector semantics and lexical matching.</a:t>
            </a:r>
          </a:p>
          <a:p>
            <a:r>
              <a:t>Metadata hints improve document-type targeting.</a:t>
            </a:r>
          </a:p>
          <a:p>
            <a:r>
              <a:t>Reranking promotes coherent section-level evidence.</a:t>
            </a:r>
          </a:p>
          <a:p>
            <a:r>
              <a:t>Context compression reduces token waste before generation.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14: Retrieval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Hybrid search combines vector semantics and lexical matching.</a:t>
            </a:r>
          </a:p>
          <a:p>
            <a:r>
              <a:t>Metadata hints improve document-type targeting.</a:t>
            </a:r>
          </a:p>
          <a:p>
            <a:r>
              <a:t>Reranking promotes coherent section-level evidence.</a:t>
            </a:r>
          </a:p>
          <a:p>
            <a:r>
              <a:t>Context compression reduces token waste before generation.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15: Retrieval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Hybrid search combines vector semantics and lexical matching.</a:t>
            </a:r>
          </a:p>
          <a:p>
            <a:r>
              <a:t>Metadata hints improve document-type targeting.</a:t>
            </a:r>
          </a:p>
          <a:p>
            <a:r>
              <a:t>Reranking promotes coherent section-level evidence.</a:t>
            </a:r>
          </a:p>
          <a:p>
            <a:r>
              <a:t>Context compression reduces token waste before generation.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16: Retrieval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Hybrid search combines vector semantics and lexical matching.</a:t>
            </a:r>
          </a:p>
          <a:p>
            <a:r>
              <a:t>Metadata hints improve document-type targeting.</a:t>
            </a:r>
          </a:p>
          <a:p>
            <a:r>
              <a:t>Reranking promotes coherent section-level evidence.</a:t>
            </a:r>
          </a:p>
          <a:p>
            <a:r>
              <a:t>Context compression reduces token waste before generation.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17: Retrieval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Hybrid search combines vector semantics and lexical matching.</a:t>
            </a:r>
          </a:p>
          <a:p>
            <a:r>
              <a:t>Metadata hints improve document-type targeting.</a:t>
            </a:r>
          </a:p>
          <a:p>
            <a:r>
              <a:t>Reranking promotes coherent section-level evidence.</a:t>
            </a:r>
          </a:p>
          <a:p>
            <a:r>
              <a:t>Context compression reduces token waste before generation.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18: Retrieval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Hybrid search combines vector semantics and lexical matching.</a:t>
            </a:r>
          </a:p>
          <a:p>
            <a:r>
              <a:t>Metadata hints improve document-type targeting.</a:t>
            </a:r>
          </a:p>
          <a:p>
            <a:r>
              <a:t>Reranking promotes coherent section-level evidence.</a:t>
            </a:r>
          </a:p>
          <a:p>
            <a:r>
              <a:t>Context compression reduces token waste before generation.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19: Retrieval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Hybrid search combines vector semantics and lexical matching.</a:t>
            </a:r>
          </a:p>
          <a:p>
            <a:r>
              <a:t>Metadata hints improve document-type targeting.</a:t>
            </a:r>
          </a:p>
          <a:p>
            <a:r>
              <a:t>Reranking promotes coherent section-level evidence.</a:t>
            </a:r>
          </a:p>
          <a:p>
            <a:r>
              <a:t>Context compression reduces token waste before generation.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20: Retrieval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Hybrid search combines vector semantics and lexical matching.</a:t>
            </a:r>
          </a:p>
          <a:p>
            <a:r>
              <a:t>Metadata hints improve document-type targeting.</a:t>
            </a:r>
          </a:p>
          <a:p>
            <a:r>
              <a:t>Reranking promotes coherent section-level evidence.</a:t>
            </a:r>
          </a:p>
          <a:p>
            <a:r>
              <a:t>Context compression reduces token waste before generation.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21: Retrieval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Hybrid search combines vector semantics and lexical matching.</a:t>
            </a:r>
          </a:p>
          <a:p>
            <a:r>
              <a:t>Metadata hints improve document-type targeting.</a:t>
            </a:r>
          </a:p>
          <a:p>
            <a:r>
              <a:t>Reranking promotes coherent section-level evidence.</a:t>
            </a:r>
          </a:p>
          <a:p>
            <a:r>
              <a:t>Context compression reduces token waste before generation.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22: Retrieval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Hybrid search combines vector semantics and lexical matching.</a:t>
            </a:r>
          </a:p>
          <a:p>
            <a:r>
              <a:t>Metadata hints improve document-type targeting.</a:t>
            </a:r>
          </a:p>
          <a:p>
            <a:r>
              <a:t>Reranking promotes coherent section-level evidence.</a:t>
            </a:r>
          </a:p>
          <a:p>
            <a:r>
              <a:t>Context compression reduces token waste before generation.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23: Retrieval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Hybrid search combines vector semantics and lexical matching.</a:t>
            </a:r>
          </a:p>
          <a:p>
            <a:r>
              <a:t>Metadata hints improve document-type targeting.</a:t>
            </a:r>
          </a:p>
          <a:p>
            <a:r>
              <a:t>Reranking promotes coherent section-level evidence.</a:t>
            </a:r>
          </a:p>
          <a:p>
            <a:r>
              <a:t>Context compression reduces token waste before generation.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24: Retrieval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Hybrid search combines vector semantics and lexical matching.</a:t>
            </a:r>
          </a:p>
          <a:p>
            <a:r>
              <a:t>Metadata hints improve document-type targeting.</a:t>
            </a:r>
          </a:p>
          <a:p>
            <a:r>
              <a:t>Reranking promotes coherent section-level evidence.</a:t>
            </a:r>
          </a:p>
          <a:p>
            <a:r>
              <a:t>Context compression reduces token waste before generation.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25: Retrieval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Hybrid search combines vector semantics and lexical matching.</a:t>
            </a:r>
          </a:p>
          <a:p>
            <a:r>
              <a:t>Metadata hints improve document-type targeting.</a:t>
            </a:r>
          </a:p>
          <a:p>
            <a:r>
              <a:t>Reranking promotes coherent section-level evidence.</a:t>
            </a:r>
          </a:p>
          <a:p>
            <a:r>
              <a:t>Context compression reduces token waste before generation.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26: Retrieval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Hybrid search combines vector semantics and lexical matching.</a:t>
            </a:r>
          </a:p>
          <a:p>
            <a:r>
              <a:t>Metadata hints improve document-type targeting.</a:t>
            </a:r>
          </a:p>
          <a:p>
            <a:r>
              <a:t>Reranking promotes coherent section-level evidence.</a:t>
            </a:r>
          </a:p>
          <a:p>
            <a:r>
              <a:t>Context compression reduces token waste before generation.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27: Retrieval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Hybrid search combines vector semantics and lexical matching.</a:t>
            </a:r>
          </a:p>
          <a:p>
            <a:r>
              <a:t>Metadata hints improve document-type targeting.</a:t>
            </a:r>
          </a:p>
          <a:p>
            <a:r>
              <a:t>Reranking promotes coherent section-level evidence.</a:t>
            </a:r>
          </a:p>
          <a:p>
            <a:r>
              <a:t>Context compression reduces token waste before generation.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28: Retrieval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Hybrid search combines vector semantics and lexical matching.</a:t>
            </a:r>
          </a:p>
          <a:p>
            <a:r>
              <a:t>Metadata hints improve document-type targeting.</a:t>
            </a:r>
          </a:p>
          <a:p>
            <a:r>
              <a:t>Reranking promotes coherent section-level evidence.</a:t>
            </a:r>
          </a:p>
          <a:p>
            <a:r>
              <a:t>Context compression reduces token waste before generation.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29: Retrieval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Hybrid search combines vector semantics and lexical matching.</a:t>
            </a:r>
          </a:p>
          <a:p>
            <a:r>
              <a:t>Metadata hints improve document-type targeting.</a:t>
            </a:r>
          </a:p>
          <a:p>
            <a:r>
              <a:t>Reranking promotes coherent section-level evidence.</a:t>
            </a:r>
          </a:p>
          <a:p>
            <a:r>
              <a:t>Context compression reduces token waste before generation.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30: Retrieval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Hybrid search combines vector semantics and lexical matching.</a:t>
            </a:r>
          </a:p>
          <a:p>
            <a:r>
              <a:t>Metadata hints improve document-type targeting.</a:t>
            </a:r>
          </a:p>
          <a:p>
            <a:r>
              <a:t>Reranking promotes coherent section-level evidence.</a:t>
            </a:r>
          </a:p>
          <a:p>
            <a:r>
              <a:t>Context compression reduces token waste before generation.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31: Retrieval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Hybrid search combines vector semantics and lexical matching.</a:t>
            </a:r>
          </a:p>
          <a:p>
            <a:r>
              <a:t>Metadata hints improve document-type targeting.</a:t>
            </a:r>
          </a:p>
          <a:p>
            <a:r>
              <a:t>Reranking promotes coherent section-level evidence.</a:t>
            </a:r>
          </a:p>
          <a:p>
            <a:r>
              <a:t>Context compression reduces token waste before generation.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32: Retrieval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Hybrid search combines vector semantics and lexical matching.</a:t>
            </a:r>
          </a:p>
          <a:p>
            <a:r>
              <a:t>Metadata hints improve document-type targeting.</a:t>
            </a:r>
          </a:p>
          <a:p>
            <a:r>
              <a:t>Reranking promotes coherent section-level evidence.</a:t>
            </a:r>
          </a:p>
          <a:p>
            <a:r>
              <a:t>Context compression reduces token waste before generation.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33: Retrieval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Hybrid search combines vector semantics and lexical matching.</a:t>
            </a:r>
          </a:p>
          <a:p>
            <a:r>
              <a:t>Metadata hints improve document-type targeting.</a:t>
            </a:r>
          </a:p>
          <a:p>
            <a:r>
              <a:t>Reranking promotes coherent section-level evidence.</a:t>
            </a:r>
          </a:p>
          <a:p>
            <a:r>
              <a:t>Context compression reduces token waste before generation.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34: Retrieval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Hybrid search combines vector semantics and lexical matching.</a:t>
            </a:r>
          </a:p>
          <a:p>
            <a:r>
              <a:t>Metadata hints improve document-type targeting.</a:t>
            </a:r>
          </a:p>
          <a:p>
            <a:r>
              <a:t>Reranking promotes coherent section-level evidence.</a:t>
            </a:r>
          </a:p>
          <a:p>
            <a:r>
              <a:t>Context compression reduces token waste before generation.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35: Retrieval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Hybrid search combines vector semantics and lexical matching.</a:t>
            </a:r>
          </a:p>
          <a:p>
            <a:r>
              <a:t>Metadata hints improve document-type targeting.</a:t>
            </a:r>
          </a:p>
          <a:p>
            <a:r>
              <a:t>Reranking promotes coherent section-level evidence.</a:t>
            </a:r>
          </a:p>
          <a:p>
            <a:r>
              <a:t>Context compression reduces token waste before generation.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36: Retrieval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Hybrid search combines vector semantics and lexical matching.</a:t>
            </a:r>
          </a:p>
          <a:p>
            <a:r>
              <a:t>Metadata hints improve document-type targeting.</a:t>
            </a:r>
          </a:p>
          <a:p>
            <a:r>
              <a:t>Reranking promotes coherent section-level evidence.</a:t>
            </a:r>
          </a:p>
          <a:p>
            <a:r>
              <a:t>Context compression reduces token waste before generation.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37: Retrieval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Hybrid search combines vector semantics and lexical matching.</a:t>
            </a:r>
          </a:p>
          <a:p>
            <a:r>
              <a:t>Metadata hints improve document-type targeting.</a:t>
            </a:r>
          </a:p>
          <a:p>
            <a:r>
              <a:t>Reranking promotes coherent section-level evidence.</a:t>
            </a:r>
          </a:p>
          <a:p>
            <a:r>
              <a:t>Context compression reduces token waste before generation.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38: Retrieval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Hybrid search combines vector semantics and lexical matching.</a:t>
            </a:r>
          </a:p>
          <a:p>
            <a:r>
              <a:t>Metadata hints improve document-type targeting.</a:t>
            </a:r>
          </a:p>
          <a:p>
            <a:r>
              <a:t>Reranking promotes coherent section-level evidence.</a:t>
            </a:r>
          </a:p>
          <a:p>
            <a:r>
              <a:t>Context compression reduces token waste before generation.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39: Retrieval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Hybrid search combines vector semantics and lexical matching.</a:t>
            </a:r>
          </a:p>
          <a:p>
            <a:r>
              <a:t>Metadata hints improve document-type targeting.</a:t>
            </a:r>
          </a:p>
          <a:p>
            <a:r>
              <a:t>Reranking promotes coherent section-level evidence.</a:t>
            </a:r>
          </a:p>
          <a:p>
            <a:r>
              <a:t>Context compression reduces token waste before generation.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40: Retrieval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Hybrid search combines vector semantics and lexical matching.</a:t>
            </a:r>
          </a:p>
          <a:p>
            <a:r>
              <a:t>Metadata hints improve document-type targeting.</a:t>
            </a:r>
          </a:p>
          <a:p>
            <a:r>
              <a:t>Reranking promotes coherent section-level evidence.</a:t>
            </a:r>
          </a:p>
          <a:p>
            <a:r>
              <a:t>Context compression reduces token waste before generation.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