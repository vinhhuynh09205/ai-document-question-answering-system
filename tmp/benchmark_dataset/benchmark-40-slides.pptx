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4: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5: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6: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7: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8: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9: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10: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11: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12: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13: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14: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15: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16: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17: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18: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19: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20: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21: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22: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23: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24: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25: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26: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27: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28: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29: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30: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31: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32: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33: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34: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35: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36: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37: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38: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39: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note 40: operational benchmark guidance for enterprise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8: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9: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10: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11: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12: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13: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14: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15: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16: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17: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18: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19: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20: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21: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22: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23: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24: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25: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26: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27: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28: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29: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30: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31: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32: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33: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34: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35: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36: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37: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38: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39: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40: Retrieval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Hybrid search combines vector semantics and lexical matching.</a:t>
            </a:r>
          </a:p>
          <a:p>
            <a:r>
              <a:t>Metadata hints improve document-type targeting.</a:t>
            </a:r>
          </a:p>
          <a:p>
            <a:r>
              <a:t>Reranking promotes coherent section-level evidence.</a:t>
            </a:r>
          </a:p>
          <a:p>
            <a:r>
              <a:t>Context compression reduces token waste before generation.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